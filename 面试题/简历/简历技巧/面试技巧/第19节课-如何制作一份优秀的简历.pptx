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  <p:sldMasterId id="2147483667" r:id="rId4"/>
  </p:sldMasterIdLst>
  <p:notesMasterIdLst>
    <p:notesMasterId r:id="rId6"/>
  </p:notesMasterIdLst>
  <p:handoutMasterIdLst>
    <p:handoutMasterId r:id="rId52"/>
  </p:handoutMasterIdLst>
  <p:sldIdLst>
    <p:sldId id="295" r:id="rId5"/>
    <p:sldId id="269" r:id="rId7"/>
    <p:sldId id="278" r:id="rId8"/>
    <p:sldId id="271" r:id="rId9"/>
    <p:sldId id="268" r:id="rId10"/>
    <p:sldId id="320" r:id="rId11"/>
    <p:sldId id="273" r:id="rId12"/>
    <p:sldId id="321" r:id="rId13"/>
    <p:sldId id="323" r:id="rId14"/>
    <p:sldId id="324" r:id="rId15"/>
    <p:sldId id="325" r:id="rId16"/>
    <p:sldId id="322" r:id="rId17"/>
    <p:sldId id="326" r:id="rId18"/>
    <p:sldId id="327" r:id="rId19"/>
    <p:sldId id="339" r:id="rId20"/>
    <p:sldId id="329" r:id="rId21"/>
    <p:sldId id="341" r:id="rId22"/>
    <p:sldId id="328" r:id="rId23"/>
    <p:sldId id="333" r:id="rId24"/>
    <p:sldId id="338" r:id="rId25"/>
    <p:sldId id="340" r:id="rId26"/>
    <p:sldId id="335" r:id="rId27"/>
    <p:sldId id="334" r:id="rId28"/>
    <p:sldId id="336" r:id="rId29"/>
    <p:sldId id="337" r:id="rId30"/>
    <p:sldId id="342" r:id="rId31"/>
    <p:sldId id="343" r:id="rId32"/>
    <p:sldId id="348" r:id="rId33"/>
    <p:sldId id="347" r:id="rId34"/>
    <p:sldId id="346" r:id="rId35"/>
    <p:sldId id="345" r:id="rId36"/>
    <p:sldId id="344" r:id="rId37"/>
    <p:sldId id="349" r:id="rId38"/>
    <p:sldId id="350" r:id="rId39"/>
    <p:sldId id="351" r:id="rId40"/>
    <p:sldId id="285" r:id="rId41"/>
    <p:sldId id="304" r:id="rId42"/>
    <p:sldId id="305" r:id="rId43"/>
    <p:sldId id="307" r:id="rId44"/>
    <p:sldId id="352" r:id="rId45"/>
    <p:sldId id="309" r:id="rId46"/>
    <p:sldId id="317" r:id="rId47"/>
    <p:sldId id="318" r:id="rId48"/>
    <p:sldId id="319" r:id="rId49"/>
    <p:sldId id="370" r:id="rId50"/>
    <p:sldId id="274" r:id="rId5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49B25C1-263F-4DFE-87BD-D4882B97C93C}">
          <p14:sldIdLst>
            <p14:sldId id="295"/>
            <p14:sldId id="269"/>
            <p14:sldId id="278"/>
            <p14:sldId id="271"/>
            <p14:sldId id="268"/>
            <p14:sldId id="320"/>
            <p14:sldId id="273"/>
            <p14:sldId id="321"/>
            <p14:sldId id="323"/>
            <p14:sldId id="324"/>
            <p14:sldId id="325"/>
            <p14:sldId id="322"/>
            <p14:sldId id="326"/>
            <p14:sldId id="327"/>
            <p14:sldId id="339"/>
            <p14:sldId id="329"/>
            <p14:sldId id="341"/>
            <p14:sldId id="328"/>
            <p14:sldId id="333"/>
            <p14:sldId id="338"/>
            <p14:sldId id="340"/>
            <p14:sldId id="335"/>
            <p14:sldId id="334"/>
            <p14:sldId id="336"/>
            <p14:sldId id="337"/>
            <p14:sldId id="342"/>
            <p14:sldId id="343"/>
            <p14:sldId id="348"/>
            <p14:sldId id="347"/>
            <p14:sldId id="346"/>
            <p14:sldId id="345"/>
            <p14:sldId id="344"/>
            <p14:sldId id="349"/>
            <p14:sldId id="350"/>
            <p14:sldId id="351"/>
            <p14:sldId id="285"/>
            <p14:sldId id="304"/>
            <p14:sldId id="305"/>
            <p14:sldId id="307"/>
            <p14:sldId id="352"/>
            <p14:sldId id="309"/>
            <p14:sldId id="317"/>
            <p14:sldId id="318"/>
            <p14:sldId id="319"/>
            <p14:sldId id="370"/>
            <p14:sldId id="27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CBD000"/>
    <a:srgbClr val="2593C5"/>
    <a:srgbClr val="0E5671"/>
    <a:srgbClr val="68ABC6"/>
    <a:srgbClr val="40ABDB"/>
    <a:srgbClr val="D0EAF0"/>
    <a:srgbClr val="E3F3F6"/>
    <a:srgbClr val="2C6176"/>
    <a:srgbClr val="90F0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95" autoAdjust="0"/>
    <p:restoredTop sz="92038" autoAdjust="0"/>
  </p:normalViewPr>
  <p:slideViewPr>
    <p:cSldViewPr snapToGrid="0">
      <p:cViewPr varScale="1">
        <p:scale>
          <a:sx n="102" d="100"/>
          <a:sy n="102" d="100"/>
        </p:scale>
        <p:origin x="1336" y="184"/>
      </p:cViewPr>
      <p:guideLst>
        <p:guide orient="horz" pos="2193"/>
        <p:guide pos="38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1205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handoutMaster" Target="handoutMasters/handoutMaster1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69CD8F-39B7-4988-8A5D-23EA609CE3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4AB212-3580-4EE9-9764-18B641C35B5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FCD121-7C1C-4E68-9C45-AB43DB7ED14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F28521-6DB2-4DDD-93A1-AB847EC00B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F28521-6DB2-4DDD-93A1-AB847EC00B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模板来自于 </a:t>
            </a:r>
            <a:r>
              <a:rPr lang="en-US" altLang="zh-CN"/>
              <a:t>http://docer.wps.cn</a:t>
            </a:r>
            <a:endParaRPr lang="zh-CN" altLang="en-US"/>
          </a:p>
        </p:txBody>
      </p:sp>
      <p:sp>
        <p:nvSpPr>
          <p:cNvPr id="4100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fld id="{9CB0EF90-3272-4F68-BB2F-432BCF7F3157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F28521-6DB2-4DDD-93A1-AB847EC00B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F28521-6DB2-4DDD-93A1-AB847EC00B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F28521-6DB2-4DDD-93A1-AB847EC00B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模板来自于 </a:t>
            </a:r>
            <a:r>
              <a:rPr lang="en-US" altLang="zh-CN"/>
              <a:t>http://docer.wps.cn</a:t>
            </a:r>
            <a:endParaRPr lang="zh-CN" altLang="en-US"/>
          </a:p>
        </p:txBody>
      </p:sp>
      <p:sp>
        <p:nvSpPr>
          <p:cNvPr id="4100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fld id="{93527573-B4AE-4202-8631-96BCC4EDFE03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C98F7CD3-1291-47F0-A297-4385663E2E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A15CB1F3-F789-4F91-BDB0-31BDC2AB39B1}" type="slidenum">
              <a:rPr lang="zh-CN" altLang="en-US" smtClean="0"/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6BA467-3CE8-44BE-8FB6-66C909855335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95ABBB-213F-4DDA-A70D-C18EC5DD46F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66136" y="87722"/>
            <a:ext cx="7537033" cy="52946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01689" y="880355"/>
            <a:ext cx="10219139" cy="46618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英文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0" y="6350000"/>
            <a:ext cx="9144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Line 6"/>
          <p:cNvSpPr>
            <a:spLocks noChangeShapeType="1"/>
          </p:cNvSpPr>
          <p:nvPr/>
        </p:nvSpPr>
        <p:spPr bwMode="auto">
          <a:xfrm>
            <a:off x="0" y="3141663"/>
            <a:ext cx="12192000" cy="0"/>
          </a:xfrm>
          <a:prstGeom prst="line">
            <a:avLst/>
          </a:prstGeom>
          <a:noFill/>
          <a:ln w="31750">
            <a:solidFill>
              <a:srgbClr val="0063B0"/>
            </a:solidFill>
            <a:round/>
          </a:ln>
          <a:effectLst/>
        </p:spPr>
        <p:txBody>
          <a:bodyPr wrap="none" lIns="90000" tIns="46800" rIns="90000" bIns="4680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31518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3200400"/>
            <a:ext cx="10363200" cy="1143000"/>
          </a:xfrm>
        </p:spPr>
        <p:txBody>
          <a:bodyPr/>
          <a:lstStyle>
            <a:lvl1pPr algn="ctr">
              <a:tabLst>
                <a:tab pos="566420" algn="l"/>
              </a:tabLst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31518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495800"/>
            <a:ext cx="8534400" cy="1752600"/>
          </a:xfrm>
        </p:spPr>
        <p:txBody>
          <a:bodyPr/>
          <a:lstStyle>
            <a:lvl1pPr algn="ctr">
              <a:defRPr sz="1600" b="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5135033" y="6629401"/>
            <a:ext cx="1828800" cy="150813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zh-CN" altLang="en-US"/>
              <a:t>第</a:t>
            </a:r>
            <a:fld id="{D3CFE2D5-2E02-4F1D-92C7-FE012130E216}" type="slidenum">
              <a:rPr lang="zh-CN" altLang="en-US"/>
            </a:fld>
            <a:r>
              <a:rPr lang="zh-CN" altLang="en-US"/>
              <a:t>页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第</a:t>
            </a:r>
            <a:fld id="{6427AAAD-B548-4122-9193-BBB2AD3EF25B}" type="slidenum">
              <a:rPr lang="zh-CN" altLang="en-US"/>
            </a:fld>
            <a:r>
              <a:rPr lang="zh-CN" altLang="en-US"/>
              <a:t>页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第</a:t>
            </a:r>
            <a:fld id="{4D8C3B97-0AB3-40D7-BDAA-0AC41E270A27}" type="slidenum">
              <a:rPr lang="zh-CN" altLang="en-US"/>
            </a:fld>
            <a:r>
              <a:rPr lang="zh-CN" altLang="en-US"/>
              <a:t>页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第</a:t>
            </a:r>
            <a:fld id="{7C277CC3-BEB5-41DF-A54F-74574E3C91E4}" type="slidenum">
              <a:rPr lang="zh-CN" altLang="en-US"/>
            </a:fld>
            <a:r>
              <a:rPr lang="zh-CN" altLang="en-US"/>
              <a:t>页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第</a:t>
            </a:r>
            <a:fld id="{B09A02B2-F40E-402A-9791-AAC9B9592E78}" type="slidenum">
              <a:rPr lang="zh-CN" altLang="en-US"/>
            </a:fld>
            <a:r>
              <a:rPr lang="zh-CN" altLang="en-US"/>
              <a:t>页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第</a:t>
            </a:r>
            <a:fld id="{D7F3B8D8-C388-4969-9BFB-3BB0F0DB4319}" type="slidenum">
              <a:rPr lang="zh-CN" altLang="en-US"/>
            </a:fld>
            <a:r>
              <a:rPr lang="zh-CN" altLang="en-US"/>
              <a:t>页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第</a:t>
            </a:r>
            <a:fld id="{541F5507-9203-4FA9-8F20-A7A4F7A8CF01}" type="slidenum">
              <a:rPr lang="zh-CN" altLang="en-US"/>
            </a:fld>
            <a:r>
              <a:rPr lang="zh-CN" altLang="en-US"/>
              <a:t>页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第</a:t>
            </a:r>
            <a:fld id="{28ADA457-AF91-44D9-90C6-086B9F3F351A}" type="slidenum">
              <a:rPr lang="zh-CN" altLang="en-US"/>
            </a:fld>
            <a:r>
              <a:rPr lang="zh-CN" altLang="en-US"/>
              <a:t>页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第</a:t>
            </a:r>
            <a:fld id="{AE8EA677-A49A-425E-AC52-41119A4B9BD9}" type="slidenum">
              <a:rPr lang="zh-CN" altLang="en-US"/>
            </a:fld>
            <a:r>
              <a:rPr lang="zh-CN" altLang="en-US"/>
              <a:t>页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第</a:t>
            </a:r>
            <a:fld id="{73DC2BC0-C705-4445-A013-42C2C19094ED}" type="slidenum">
              <a:rPr lang="zh-CN" altLang="en-US"/>
            </a:fld>
            <a:r>
              <a:rPr lang="zh-CN" altLang="en-US"/>
              <a:t>页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50818" y="457200"/>
            <a:ext cx="2626783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8351" y="457200"/>
            <a:ext cx="7679267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第</a:t>
            </a:r>
            <a:fld id="{EDFE0AFE-51F0-4DC9-A07D-A484BC471351}" type="slidenum">
              <a:rPr lang="zh-CN" altLang="en-US"/>
            </a:fld>
            <a:r>
              <a:rPr lang="zh-CN" altLang="en-US"/>
              <a:t>页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8352" y="457200"/>
            <a:ext cx="10509249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第</a:t>
            </a:r>
            <a:fld id="{6E14E445-69B7-4BFD-898A-7D72EFC9A7F6}" type="slidenum">
              <a:rPr lang="zh-CN" altLang="en-US"/>
            </a:fld>
            <a:r>
              <a:rPr lang="zh-CN" altLang="en-US"/>
              <a:t>页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8352" y="457200"/>
            <a:ext cx="10509249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第</a:t>
            </a:r>
            <a:fld id="{4E908C06-86C0-4A67-AFD8-45769A237D29}" type="slidenum">
              <a:rPr lang="zh-CN" altLang="en-US"/>
            </a:fld>
            <a:r>
              <a:rPr lang="zh-CN" altLang="en-US"/>
              <a:t>页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英文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0" y="6350000"/>
            <a:ext cx="9144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Line 6"/>
          <p:cNvSpPr>
            <a:spLocks noChangeShapeType="1"/>
          </p:cNvSpPr>
          <p:nvPr/>
        </p:nvSpPr>
        <p:spPr bwMode="auto">
          <a:xfrm>
            <a:off x="0" y="3141663"/>
            <a:ext cx="12192000" cy="0"/>
          </a:xfrm>
          <a:prstGeom prst="line">
            <a:avLst/>
          </a:prstGeom>
          <a:noFill/>
          <a:ln w="31750">
            <a:solidFill>
              <a:srgbClr val="0063B0"/>
            </a:solidFill>
            <a:round/>
          </a:ln>
          <a:effectLst/>
        </p:spPr>
        <p:txBody>
          <a:bodyPr wrap="none" lIns="90000" tIns="46800" rIns="90000" bIns="4680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31518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3200400"/>
            <a:ext cx="10363200" cy="1143000"/>
          </a:xfrm>
        </p:spPr>
        <p:txBody>
          <a:bodyPr/>
          <a:lstStyle>
            <a:lvl1pPr algn="ctr">
              <a:tabLst>
                <a:tab pos="566420" algn="l"/>
              </a:tabLst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31518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495800"/>
            <a:ext cx="8534400" cy="1752600"/>
          </a:xfrm>
        </p:spPr>
        <p:txBody>
          <a:bodyPr/>
          <a:lstStyle>
            <a:lvl1pPr algn="ctr">
              <a:defRPr sz="1600" b="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5135033" y="6629401"/>
            <a:ext cx="1828800" cy="150813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zh-CN" altLang="en-US"/>
              <a:t>第</a:t>
            </a:r>
            <a:fld id="{D3CFE2D5-2E02-4F1D-92C7-FE012130E216}" type="slidenum">
              <a:rPr lang="zh-CN" altLang="en-US"/>
            </a:fld>
            <a:r>
              <a:rPr lang="zh-CN" altLang="en-US"/>
              <a:t>页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第</a:t>
            </a:r>
            <a:fld id="{6427AAAD-B548-4122-9193-BBB2AD3EF25B}" type="slidenum">
              <a:rPr lang="zh-CN" altLang="en-US"/>
            </a:fld>
            <a:r>
              <a:rPr lang="zh-CN" altLang="en-US"/>
              <a:t>页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第</a:t>
            </a:r>
            <a:fld id="{4D8C3B97-0AB3-40D7-BDAA-0AC41E270A27}" type="slidenum">
              <a:rPr lang="zh-CN" altLang="en-US"/>
            </a:fld>
            <a:r>
              <a:rPr lang="zh-CN" altLang="en-US"/>
              <a:t>页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第</a:t>
            </a:r>
            <a:fld id="{7C277CC3-BEB5-41DF-A54F-74574E3C91E4}" type="slidenum">
              <a:rPr lang="zh-CN" altLang="en-US"/>
            </a:fld>
            <a:r>
              <a:rPr lang="zh-CN" altLang="en-US"/>
              <a:t>页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第</a:t>
            </a:r>
            <a:fld id="{B09A02B2-F40E-402A-9791-AAC9B9592E78}" type="slidenum">
              <a:rPr lang="zh-CN" altLang="en-US"/>
            </a:fld>
            <a:r>
              <a:rPr lang="zh-CN" altLang="en-US"/>
              <a:t>页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第</a:t>
            </a:r>
            <a:fld id="{D7F3B8D8-C388-4969-9BFB-3BB0F0DB4319}" type="slidenum">
              <a:rPr lang="zh-CN" altLang="en-US"/>
            </a:fld>
            <a:r>
              <a:rPr lang="zh-CN" altLang="en-US"/>
              <a:t>页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第</a:t>
            </a:r>
            <a:fld id="{541F5507-9203-4FA9-8F20-A7A4F7A8CF01}" type="slidenum">
              <a:rPr lang="zh-CN" altLang="en-US"/>
            </a:fld>
            <a:r>
              <a:rPr lang="zh-CN" altLang="en-US"/>
              <a:t>页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第</a:t>
            </a:r>
            <a:fld id="{28ADA457-AF91-44D9-90C6-086B9F3F351A}" type="slidenum">
              <a:rPr lang="zh-CN" altLang="en-US"/>
            </a:fld>
            <a:r>
              <a:rPr lang="zh-CN" altLang="en-US"/>
              <a:t>页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第</a:t>
            </a:r>
            <a:fld id="{AE8EA677-A49A-425E-AC52-41119A4B9BD9}" type="slidenum">
              <a:rPr lang="zh-CN" altLang="en-US"/>
            </a:fld>
            <a:r>
              <a:rPr lang="zh-CN" altLang="en-US"/>
              <a:t>页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第</a:t>
            </a:r>
            <a:fld id="{73DC2BC0-C705-4445-A013-42C2C19094ED}" type="slidenum">
              <a:rPr lang="zh-CN" altLang="en-US"/>
            </a:fld>
            <a:r>
              <a:rPr lang="zh-CN" altLang="en-US"/>
              <a:t>页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50818" y="457200"/>
            <a:ext cx="2626783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8351" y="457200"/>
            <a:ext cx="7679267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第</a:t>
            </a:r>
            <a:fld id="{EDFE0AFE-51F0-4DC9-A07D-A484BC471351}" type="slidenum">
              <a:rPr lang="zh-CN" altLang="en-US"/>
            </a:fld>
            <a:r>
              <a:rPr lang="zh-CN" altLang="en-US"/>
              <a:t>页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8352" y="457200"/>
            <a:ext cx="10509249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第</a:t>
            </a:r>
            <a:fld id="{6E14E445-69B7-4BFD-898A-7D72EFC9A7F6}" type="slidenum">
              <a:rPr lang="zh-CN" altLang="en-US"/>
            </a:fld>
            <a:r>
              <a:rPr lang="zh-CN" altLang="en-US"/>
              <a:t>页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8352" y="457200"/>
            <a:ext cx="10509249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第</a:t>
            </a:r>
            <a:fld id="{4E908C06-86C0-4A67-AFD8-45769A237D29}" type="slidenum">
              <a:rPr lang="zh-CN" altLang="en-US"/>
            </a:fld>
            <a:r>
              <a:rPr lang="zh-CN" altLang="en-US"/>
              <a:t>页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4" Type="http://schemas.openxmlformats.org/officeDocument/2006/relationships/image" Target="../media/image2.jpeg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5" Type="http://schemas.openxmlformats.org/officeDocument/2006/relationships/theme" Target="../theme/theme3.xml"/><Relationship Id="rId14" Type="http://schemas.openxmlformats.org/officeDocument/2006/relationships/image" Target="../media/image2.jpeg"/><Relationship Id="rId13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9105369" y="2963333"/>
            <a:ext cx="3036932" cy="3268134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 userDrawn="1"/>
        </p:nvGrpSpPr>
        <p:grpSpPr>
          <a:xfrm>
            <a:off x="9617885" y="4656238"/>
            <a:ext cx="1925688" cy="1495204"/>
            <a:chOff x="9152477" y="5272543"/>
            <a:chExt cx="785152" cy="609631"/>
          </a:xfrm>
        </p:grpSpPr>
        <p:sp>
          <p:nvSpPr>
            <p:cNvPr id="37" name="任意多边形 36"/>
            <p:cNvSpPr/>
            <p:nvPr/>
          </p:nvSpPr>
          <p:spPr>
            <a:xfrm flipH="1">
              <a:off x="9397642" y="5273274"/>
              <a:ext cx="176299" cy="125079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任意多边形 38"/>
            <p:cNvSpPr/>
            <p:nvPr/>
          </p:nvSpPr>
          <p:spPr>
            <a:xfrm flipH="1">
              <a:off x="9491954" y="5398008"/>
              <a:ext cx="176299" cy="125079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任意多边形 39"/>
            <p:cNvSpPr/>
            <p:nvPr/>
          </p:nvSpPr>
          <p:spPr>
            <a:xfrm flipH="1">
              <a:off x="9317987" y="5399632"/>
              <a:ext cx="176299" cy="125079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任意多边形 41"/>
            <p:cNvSpPr/>
            <p:nvPr userDrawn="1"/>
          </p:nvSpPr>
          <p:spPr>
            <a:xfrm flipH="1">
              <a:off x="9761330" y="5515027"/>
              <a:ext cx="176299" cy="125079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任意多边形 42"/>
            <p:cNvSpPr/>
            <p:nvPr/>
          </p:nvSpPr>
          <p:spPr>
            <a:xfrm flipH="1">
              <a:off x="9584362" y="5514459"/>
              <a:ext cx="176299" cy="125079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任意多边形 43"/>
            <p:cNvSpPr/>
            <p:nvPr/>
          </p:nvSpPr>
          <p:spPr>
            <a:xfrm flipH="1">
              <a:off x="9407394" y="5516651"/>
              <a:ext cx="176299" cy="125079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任意多边形 62"/>
            <p:cNvSpPr/>
            <p:nvPr/>
          </p:nvSpPr>
          <p:spPr>
            <a:xfrm flipH="1">
              <a:off x="9653766" y="5272543"/>
              <a:ext cx="175311" cy="124277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任意多边形 63"/>
            <p:cNvSpPr/>
            <p:nvPr/>
          </p:nvSpPr>
          <p:spPr>
            <a:xfrm flipH="1">
              <a:off x="9480706" y="5274034"/>
              <a:ext cx="175311" cy="124277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任意多边形 64"/>
            <p:cNvSpPr/>
            <p:nvPr/>
          </p:nvSpPr>
          <p:spPr>
            <a:xfrm flipH="1">
              <a:off x="9576641" y="5397114"/>
              <a:ext cx="175311" cy="124277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任意多边形 65"/>
            <p:cNvSpPr/>
            <p:nvPr/>
          </p:nvSpPr>
          <p:spPr>
            <a:xfrm flipH="1">
              <a:off x="9401534" y="5397829"/>
              <a:ext cx="175311" cy="124277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任意多边形 66"/>
            <p:cNvSpPr/>
            <p:nvPr/>
          </p:nvSpPr>
          <p:spPr>
            <a:xfrm flipH="1">
              <a:off x="9226552" y="5401255"/>
              <a:ext cx="175311" cy="124277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任意多边形 67"/>
            <p:cNvSpPr/>
            <p:nvPr/>
          </p:nvSpPr>
          <p:spPr>
            <a:xfrm flipH="1">
              <a:off x="9669724" y="5516651"/>
              <a:ext cx="175311" cy="124277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任意多边形 68"/>
            <p:cNvSpPr/>
            <p:nvPr/>
          </p:nvSpPr>
          <p:spPr>
            <a:xfrm flipH="1">
              <a:off x="9492466" y="5516651"/>
              <a:ext cx="175311" cy="124277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任意多边形 69"/>
            <p:cNvSpPr/>
            <p:nvPr/>
          </p:nvSpPr>
          <p:spPr>
            <a:xfrm flipH="1">
              <a:off x="9313333" y="5519493"/>
              <a:ext cx="175311" cy="124277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任意多边形 70"/>
            <p:cNvSpPr/>
            <p:nvPr/>
          </p:nvSpPr>
          <p:spPr>
            <a:xfrm flipH="1">
              <a:off x="9762233" y="5636082"/>
              <a:ext cx="175311" cy="124277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任意多边形 71"/>
            <p:cNvSpPr/>
            <p:nvPr/>
          </p:nvSpPr>
          <p:spPr>
            <a:xfrm flipH="1">
              <a:off x="9584225" y="5638518"/>
              <a:ext cx="175311" cy="124277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任意多边形 72"/>
            <p:cNvSpPr/>
            <p:nvPr/>
          </p:nvSpPr>
          <p:spPr>
            <a:xfrm flipH="1">
              <a:off x="9501038" y="5640169"/>
              <a:ext cx="176299" cy="125079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任意多边形 73"/>
            <p:cNvSpPr/>
            <p:nvPr/>
          </p:nvSpPr>
          <p:spPr>
            <a:xfrm flipH="1">
              <a:off x="9676556" y="5757897"/>
              <a:ext cx="175311" cy="124277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任意多边形 74"/>
            <p:cNvSpPr/>
            <p:nvPr/>
          </p:nvSpPr>
          <p:spPr>
            <a:xfrm flipH="1">
              <a:off x="9407581" y="5641793"/>
              <a:ext cx="175311" cy="124277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任意多边形 81"/>
            <p:cNvSpPr/>
            <p:nvPr/>
          </p:nvSpPr>
          <p:spPr>
            <a:xfrm flipH="1">
              <a:off x="9236477" y="5520384"/>
              <a:ext cx="176299" cy="125079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任意多边形 82"/>
            <p:cNvSpPr/>
            <p:nvPr/>
          </p:nvSpPr>
          <p:spPr>
            <a:xfrm flipH="1">
              <a:off x="9152477" y="5643961"/>
              <a:ext cx="176299" cy="125079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任意多边形 114"/>
            <p:cNvSpPr/>
            <p:nvPr/>
          </p:nvSpPr>
          <p:spPr>
            <a:xfrm flipH="1">
              <a:off x="9316975" y="5640169"/>
              <a:ext cx="176299" cy="125079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4" name="Straight Connector 15"/>
          <p:cNvCxnSpPr/>
          <p:nvPr userDrawn="1"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6"/>
          <p:cNvCxnSpPr/>
          <p:nvPr userDrawn="1"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8"/>
          <p:cNvCxnSpPr/>
          <p:nvPr userDrawn="1"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20"/>
          <p:cNvCxnSpPr/>
          <p:nvPr userDrawn="1"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22"/>
          <p:cNvCxnSpPr/>
          <p:nvPr userDrawn="1"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 userDrawn="1"/>
        </p:nvSpPr>
        <p:spPr>
          <a:xfrm>
            <a:off x="25993" y="-832"/>
            <a:ext cx="12169463" cy="6858000"/>
          </a:xfrm>
          <a:prstGeom prst="rect">
            <a:avLst/>
          </a:prstGeom>
          <a:solidFill>
            <a:schemeClr val="tx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Wingdings" panose="05000000000000000000" pitchFamily="2" charset="2"/>
              <a:buChar char="l"/>
            </a:pPr>
            <a:endParaRPr lang="zh-CN" altLang="en-US" sz="32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5" name="任意多边形 4"/>
          <p:cNvSpPr/>
          <p:nvPr userDrawn="1"/>
        </p:nvSpPr>
        <p:spPr>
          <a:xfrm>
            <a:off x="9583838" y="4629874"/>
            <a:ext cx="1967695" cy="1516284"/>
          </a:xfrm>
          <a:custGeom>
            <a:avLst/>
            <a:gdLst>
              <a:gd name="connsiteX0" fmla="*/ 578735 w 1886674"/>
              <a:gd name="connsiteY0" fmla="*/ 277793 h 1481560"/>
              <a:gd name="connsiteX1" fmla="*/ 775504 w 1886674"/>
              <a:gd name="connsiteY1" fmla="*/ 23150 h 1481560"/>
              <a:gd name="connsiteX2" fmla="*/ 1597307 w 1886674"/>
              <a:gd name="connsiteY2" fmla="*/ 0 h 1481560"/>
              <a:gd name="connsiteX3" fmla="*/ 1238492 w 1886674"/>
              <a:gd name="connsiteY3" fmla="*/ 590309 h 1481560"/>
              <a:gd name="connsiteX4" fmla="*/ 1666755 w 1886674"/>
              <a:gd name="connsiteY4" fmla="*/ 567160 h 1481560"/>
              <a:gd name="connsiteX5" fmla="*/ 1886674 w 1886674"/>
              <a:gd name="connsiteY5" fmla="*/ 891251 h 1481560"/>
              <a:gd name="connsiteX6" fmla="*/ 1446836 w 1886674"/>
              <a:gd name="connsiteY6" fmla="*/ 1481560 h 1481560"/>
              <a:gd name="connsiteX7" fmla="*/ 1273216 w 1886674"/>
              <a:gd name="connsiteY7" fmla="*/ 1203767 h 1481560"/>
              <a:gd name="connsiteX8" fmla="*/ 0 w 1886674"/>
              <a:gd name="connsiteY8" fmla="*/ 1203767 h 1481560"/>
              <a:gd name="connsiteX9" fmla="*/ 381965 w 1886674"/>
              <a:gd name="connsiteY9" fmla="*/ 590309 h 1481560"/>
              <a:gd name="connsiteX10" fmla="*/ 185195 w 1886674"/>
              <a:gd name="connsiteY10" fmla="*/ 335666 h 1481560"/>
              <a:gd name="connsiteX11" fmla="*/ 578735 w 1886674"/>
              <a:gd name="connsiteY11" fmla="*/ 277793 h 1481560"/>
              <a:gd name="connsiteX0-1" fmla="*/ 613459 w 1921398"/>
              <a:gd name="connsiteY0-2" fmla="*/ 277793 h 1481560"/>
              <a:gd name="connsiteX1-3" fmla="*/ 810228 w 1921398"/>
              <a:gd name="connsiteY1-4" fmla="*/ 23150 h 1481560"/>
              <a:gd name="connsiteX2-5" fmla="*/ 1632031 w 1921398"/>
              <a:gd name="connsiteY2-6" fmla="*/ 0 h 1481560"/>
              <a:gd name="connsiteX3-7" fmla="*/ 1273216 w 1921398"/>
              <a:gd name="connsiteY3-8" fmla="*/ 590309 h 1481560"/>
              <a:gd name="connsiteX4-9" fmla="*/ 1701479 w 1921398"/>
              <a:gd name="connsiteY4-10" fmla="*/ 567160 h 1481560"/>
              <a:gd name="connsiteX5-11" fmla="*/ 1921398 w 1921398"/>
              <a:gd name="connsiteY5-12" fmla="*/ 891251 h 1481560"/>
              <a:gd name="connsiteX6-13" fmla="*/ 1481560 w 1921398"/>
              <a:gd name="connsiteY6-14" fmla="*/ 1481560 h 1481560"/>
              <a:gd name="connsiteX7-15" fmla="*/ 1307940 w 1921398"/>
              <a:gd name="connsiteY7-16" fmla="*/ 1203767 h 1481560"/>
              <a:gd name="connsiteX8-17" fmla="*/ 0 w 1921398"/>
              <a:gd name="connsiteY8-18" fmla="*/ 1238491 h 1481560"/>
              <a:gd name="connsiteX9-19" fmla="*/ 416689 w 1921398"/>
              <a:gd name="connsiteY9-20" fmla="*/ 590309 h 1481560"/>
              <a:gd name="connsiteX10-21" fmla="*/ 219919 w 1921398"/>
              <a:gd name="connsiteY10-22" fmla="*/ 335666 h 1481560"/>
              <a:gd name="connsiteX11-23" fmla="*/ 613459 w 1921398"/>
              <a:gd name="connsiteY11-24" fmla="*/ 277793 h 1481560"/>
              <a:gd name="connsiteX0-25" fmla="*/ 625033 w 1932972"/>
              <a:gd name="connsiteY0-26" fmla="*/ 277793 h 1481560"/>
              <a:gd name="connsiteX1-27" fmla="*/ 821802 w 1932972"/>
              <a:gd name="connsiteY1-28" fmla="*/ 23150 h 1481560"/>
              <a:gd name="connsiteX2-29" fmla="*/ 1643605 w 1932972"/>
              <a:gd name="connsiteY2-30" fmla="*/ 0 h 1481560"/>
              <a:gd name="connsiteX3-31" fmla="*/ 1284790 w 1932972"/>
              <a:gd name="connsiteY3-32" fmla="*/ 590309 h 1481560"/>
              <a:gd name="connsiteX4-33" fmla="*/ 1713053 w 1932972"/>
              <a:gd name="connsiteY4-34" fmla="*/ 567160 h 1481560"/>
              <a:gd name="connsiteX5-35" fmla="*/ 1932972 w 1932972"/>
              <a:gd name="connsiteY5-36" fmla="*/ 891251 h 1481560"/>
              <a:gd name="connsiteX6-37" fmla="*/ 1493134 w 1932972"/>
              <a:gd name="connsiteY6-38" fmla="*/ 1481560 h 1481560"/>
              <a:gd name="connsiteX7-39" fmla="*/ 1319514 w 1932972"/>
              <a:gd name="connsiteY7-40" fmla="*/ 1203767 h 1481560"/>
              <a:gd name="connsiteX8-41" fmla="*/ 0 w 1932972"/>
              <a:gd name="connsiteY8-42" fmla="*/ 1238491 h 1481560"/>
              <a:gd name="connsiteX9-43" fmla="*/ 428263 w 1932972"/>
              <a:gd name="connsiteY9-44" fmla="*/ 590309 h 1481560"/>
              <a:gd name="connsiteX10-45" fmla="*/ 231493 w 1932972"/>
              <a:gd name="connsiteY10-46" fmla="*/ 335666 h 1481560"/>
              <a:gd name="connsiteX11-47" fmla="*/ 625033 w 1932972"/>
              <a:gd name="connsiteY11-48" fmla="*/ 277793 h 1481560"/>
              <a:gd name="connsiteX0-49" fmla="*/ 636608 w 1944547"/>
              <a:gd name="connsiteY0-50" fmla="*/ 277793 h 1481560"/>
              <a:gd name="connsiteX1-51" fmla="*/ 833377 w 1944547"/>
              <a:gd name="connsiteY1-52" fmla="*/ 23150 h 1481560"/>
              <a:gd name="connsiteX2-53" fmla="*/ 1655180 w 1944547"/>
              <a:gd name="connsiteY2-54" fmla="*/ 0 h 1481560"/>
              <a:gd name="connsiteX3-55" fmla="*/ 1296365 w 1944547"/>
              <a:gd name="connsiteY3-56" fmla="*/ 590309 h 1481560"/>
              <a:gd name="connsiteX4-57" fmla="*/ 1724628 w 1944547"/>
              <a:gd name="connsiteY4-58" fmla="*/ 567160 h 1481560"/>
              <a:gd name="connsiteX5-59" fmla="*/ 1944547 w 1944547"/>
              <a:gd name="connsiteY5-60" fmla="*/ 891251 h 1481560"/>
              <a:gd name="connsiteX6-61" fmla="*/ 1504709 w 1944547"/>
              <a:gd name="connsiteY6-62" fmla="*/ 1481560 h 1481560"/>
              <a:gd name="connsiteX7-63" fmla="*/ 1331089 w 1944547"/>
              <a:gd name="connsiteY7-64" fmla="*/ 1203767 h 1481560"/>
              <a:gd name="connsiteX8-65" fmla="*/ 0 w 1944547"/>
              <a:gd name="connsiteY8-66" fmla="*/ 1226916 h 1481560"/>
              <a:gd name="connsiteX9-67" fmla="*/ 439838 w 1944547"/>
              <a:gd name="connsiteY9-68" fmla="*/ 590309 h 1481560"/>
              <a:gd name="connsiteX10-69" fmla="*/ 243068 w 1944547"/>
              <a:gd name="connsiteY10-70" fmla="*/ 335666 h 1481560"/>
              <a:gd name="connsiteX11-71" fmla="*/ 636608 w 1944547"/>
              <a:gd name="connsiteY11-72" fmla="*/ 277793 h 1481560"/>
              <a:gd name="connsiteX0-73" fmla="*/ 659757 w 1967696"/>
              <a:gd name="connsiteY0-74" fmla="*/ 277793 h 1481560"/>
              <a:gd name="connsiteX1-75" fmla="*/ 856526 w 1967696"/>
              <a:gd name="connsiteY1-76" fmla="*/ 23150 h 1481560"/>
              <a:gd name="connsiteX2-77" fmla="*/ 1678329 w 1967696"/>
              <a:gd name="connsiteY2-78" fmla="*/ 0 h 1481560"/>
              <a:gd name="connsiteX3-79" fmla="*/ 1319514 w 1967696"/>
              <a:gd name="connsiteY3-80" fmla="*/ 590309 h 1481560"/>
              <a:gd name="connsiteX4-81" fmla="*/ 1747777 w 1967696"/>
              <a:gd name="connsiteY4-82" fmla="*/ 567160 h 1481560"/>
              <a:gd name="connsiteX5-83" fmla="*/ 1967696 w 1967696"/>
              <a:gd name="connsiteY5-84" fmla="*/ 891251 h 1481560"/>
              <a:gd name="connsiteX6-85" fmla="*/ 1527858 w 1967696"/>
              <a:gd name="connsiteY6-86" fmla="*/ 1481560 h 1481560"/>
              <a:gd name="connsiteX7-87" fmla="*/ 1354238 w 1967696"/>
              <a:gd name="connsiteY7-88" fmla="*/ 1203767 h 1481560"/>
              <a:gd name="connsiteX8-89" fmla="*/ 0 w 1967696"/>
              <a:gd name="connsiteY8-90" fmla="*/ 1238491 h 1481560"/>
              <a:gd name="connsiteX9-91" fmla="*/ 462987 w 1967696"/>
              <a:gd name="connsiteY9-92" fmla="*/ 590309 h 1481560"/>
              <a:gd name="connsiteX10-93" fmla="*/ 266217 w 1967696"/>
              <a:gd name="connsiteY10-94" fmla="*/ 335666 h 1481560"/>
              <a:gd name="connsiteX11-95" fmla="*/ 659757 w 1967696"/>
              <a:gd name="connsiteY11-96" fmla="*/ 277793 h 1481560"/>
              <a:gd name="connsiteX0-97" fmla="*/ 636607 w 1944546"/>
              <a:gd name="connsiteY0-98" fmla="*/ 277793 h 1481560"/>
              <a:gd name="connsiteX1-99" fmla="*/ 833376 w 1944546"/>
              <a:gd name="connsiteY1-100" fmla="*/ 23150 h 1481560"/>
              <a:gd name="connsiteX2-101" fmla="*/ 1655179 w 1944546"/>
              <a:gd name="connsiteY2-102" fmla="*/ 0 h 1481560"/>
              <a:gd name="connsiteX3-103" fmla="*/ 1296364 w 1944546"/>
              <a:gd name="connsiteY3-104" fmla="*/ 590309 h 1481560"/>
              <a:gd name="connsiteX4-105" fmla="*/ 1724627 w 1944546"/>
              <a:gd name="connsiteY4-106" fmla="*/ 567160 h 1481560"/>
              <a:gd name="connsiteX5-107" fmla="*/ 1944546 w 1944546"/>
              <a:gd name="connsiteY5-108" fmla="*/ 891251 h 1481560"/>
              <a:gd name="connsiteX6-109" fmla="*/ 1504708 w 1944546"/>
              <a:gd name="connsiteY6-110" fmla="*/ 1481560 h 1481560"/>
              <a:gd name="connsiteX7-111" fmla="*/ 1331088 w 1944546"/>
              <a:gd name="connsiteY7-112" fmla="*/ 1203767 h 1481560"/>
              <a:gd name="connsiteX8-113" fmla="*/ 0 w 1944546"/>
              <a:gd name="connsiteY8-114" fmla="*/ 1215342 h 1481560"/>
              <a:gd name="connsiteX9-115" fmla="*/ 439837 w 1944546"/>
              <a:gd name="connsiteY9-116" fmla="*/ 590309 h 1481560"/>
              <a:gd name="connsiteX10-117" fmla="*/ 243067 w 1944546"/>
              <a:gd name="connsiteY10-118" fmla="*/ 335666 h 1481560"/>
              <a:gd name="connsiteX11-119" fmla="*/ 636607 w 1944546"/>
              <a:gd name="connsiteY11-120" fmla="*/ 277793 h 1481560"/>
              <a:gd name="connsiteX0-121" fmla="*/ 636607 w 1944546"/>
              <a:gd name="connsiteY0-122" fmla="*/ 277793 h 1481560"/>
              <a:gd name="connsiteX1-123" fmla="*/ 833376 w 1944546"/>
              <a:gd name="connsiteY1-124" fmla="*/ 23150 h 1481560"/>
              <a:gd name="connsiteX2-125" fmla="*/ 1655179 w 1944546"/>
              <a:gd name="connsiteY2-126" fmla="*/ 0 h 1481560"/>
              <a:gd name="connsiteX3-127" fmla="*/ 1296364 w 1944546"/>
              <a:gd name="connsiteY3-128" fmla="*/ 590309 h 1481560"/>
              <a:gd name="connsiteX4-129" fmla="*/ 1724627 w 1944546"/>
              <a:gd name="connsiteY4-130" fmla="*/ 567160 h 1481560"/>
              <a:gd name="connsiteX5-131" fmla="*/ 1944546 w 1944546"/>
              <a:gd name="connsiteY5-132" fmla="*/ 891251 h 1481560"/>
              <a:gd name="connsiteX6-133" fmla="*/ 1504708 w 1944546"/>
              <a:gd name="connsiteY6-134" fmla="*/ 1481560 h 1481560"/>
              <a:gd name="connsiteX7-135" fmla="*/ 1331088 w 1944546"/>
              <a:gd name="connsiteY7-136" fmla="*/ 1203767 h 1481560"/>
              <a:gd name="connsiteX8-137" fmla="*/ 0 w 1944546"/>
              <a:gd name="connsiteY8-138" fmla="*/ 1215342 h 1481560"/>
              <a:gd name="connsiteX9-139" fmla="*/ 439837 w 1944546"/>
              <a:gd name="connsiteY9-140" fmla="*/ 590309 h 1481560"/>
              <a:gd name="connsiteX10-141" fmla="*/ 196768 w 1944546"/>
              <a:gd name="connsiteY10-142" fmla="*/ 289367 h 1481560"/>
              <a:gd name="connsiteX11-143" fmla="*/ 636607 w 1944546"/>
              <a:gd name="connsiteY11-144" fmla="*/ 277793 h 1481560"/>
              <a:gd name="connsiteX0-145" fmla="*/ 636607 w 1944546"/>
              <a:gd name="connsiteY0-146" fmla="*/ 312517 h 1516284"/>
              <a:gd name="connsiteX1-147" fmla="*/ 833376 w 1944546"/>
              <a:gd name="connsiteY1-148" fmla="*/ 57874 h 1516284"/>
              <a:gd name="connsiteX2-149" fmla="*/ 1678328 w 1944546"/>
              <a:gd name="connsiteY2-150" fmla="*/ 0 h 1516284"/>
              <a:gd name="connsiteX3-151" fmla="*/ 1296364 w 1944546"/>
              <a:gd name="connsiteY3-152" fmla="*/ 625033 h 1516284"/>
              <a:gd name="connsiteX4-153" fmla="*/ 1724627 w 1944546"/>
              <a:gd name="connsiteY4-154" fmla="*/ 601884 h 1516284"/>
              <a:gd name="connsiteX5-155" fmla="*/ 1944546 w 1944546"/>
              <a:gd name="connsiteY5-156" fmla="*/ 925975 h 1516284"/>
              <a:gd name="connsiteX6-157" fmla="*/ 1504708 w 1944546"/>
              <a:gd name="connsiteY6-158" fmla="*/ 1516284 h 1516284"/>
              <a:gd name="connsiteX7-159" fmla="*/ 1331088 w 1944546"/>
              <a:gd name="connsiteY7-160" fmla="*/ 1238491 h 1516284"/>
              <a:gd name="connsiteX8-161" fmla="*/ 0 w 1944546"/>
              <a:gd name="connsiteY8-162" fmla="*/ 1250066 h 1516284"/>
              <a:gd name="connsiteX9-163" fmla="*/ 439837 w 1944546"/>
              <a:gd name="connsiteY9-164" fmla="*/ 625033 h 1516284"/>
              <a:gd name="connsiteX10-165" fmla="*/ 196768 w 1944546"/>
              <a:gd name="connsiteY10-166" fmla="*/ 324091 h 1516284"/>
              <a:gd name="connsiteX11-167" fmla="*/ 636607 w 1944546"/>
              <a:gd name="connsiteY11-168" fmla="*/ 312517 h 1516284"/>
              <a:gd name="connsiteX0-169" fmla="*/ 636607 w 1944546"/>
              <a:gd name="connsiteY0-170" fmla="*/ 312517 h 1516284"/>
              <a:gd name="connsiteX1-171" fmla="*/ 798652 w 1944546"/>
              <a:gd name="connsiteY1-172" fmla="*/ 23150 h 1516284"/>
              <a:gd name="connsiteX2-173" fmla="*/ 1678328 w 1944546"/>
              <a:gd name="connsiteY2-174" fmla="*/ 0 h 1516284"/>
              <a:gd name="connsiteX3-175" fmla="*/ 1296364 w 1944546"/>
              <a:gd name="connsiteY3-176" fmla="*/ 625033 h 1516284"/>
              <a:gd name="connsiteX4-177" fmla="*/ 1724627 w 1944546"/>
              <a:gd name="connsiteY4-178" fmla="*/ 601884 h 1516284"/>
              <a:gd name="connsiteX5-179" fmla="*/ 1944546 w 1944546"/>
              <a:gd name="connsiteY5-180" fmla="*/ 925975 h 1516284"/>
              <a:gd name="connsiteX6-181" fmla="*/ 1504708 w 1944546"/>
              <a:gd name="connsiteY6-182" fmla="*/ 1516284 h 1516284"/>
              <a:gd name="connsiteX7-183" fmla="*/ 1331088 w 1944546"/>
              <a:gd name="connsiteY7-184" fmla="*/ 1238491 h 1516284"/>
              <a:gd name="connsiteX8-185" fmla="*/ 0 w 1944546"/>
              <a:gd name="connsiteY8-186" fmla="*/ 1250066 h 1516284"/>
              <a:gd name="connsiteX9-187" fmla="*/ 439837 w 1944546"/>
              <a:gd name="connsiteY9-188" fmla="*/ 625033 h 1516284"/>
              <a:gd name="connsiteX10-189" fmla="*/ 196768 w 1944546"/>
              <a:gd name="connsiteY10-190" fmla="*/ 324091 h 1516284"/>
              <a:gd name="connsiteX11-191" fmla="*/ 636607 w 1944546"/>
              <a:gd name="connsiteY11-192" fmla="*/ 312517 h 1516284"/>
              <a:gd name="connsiteX0-193" fmla="*/ 636607 w 1944546"/>
              <a:gd name="connsiteY0-194" fmla="*/ 324091 h 1527858"/>
              <a:gd name="connsiteX1-195" fmla="*/ 798652 w 1944546"/>
              <a:gd name="connsiteY1-196" fmla="*/ 34724 h 1527858"/>
              <a:gd name="connsiteX2-197" fmla="*/ 1701477 w 1944546"/>
              <a:gd name="connsiteY2-198" fmla="*/ 0 h 1527858"/>
              <a:gd name="connsiteX3-199" fmla="*/ 1296364 w 1944546"/>
              <a:gd name="connsiteY3-200" fmla="*/ 636607 h 1527858"/>
              <a:gd name="connsiteX4-201" fmla="*/ 1724627 w 1944546"/>
              <a:gd name="connsiteY4-202" fmla="*/ 613458 h 1527858"/>
              <a:gd name="connsiteX5-203" fmla="*/ 1944546 w 1944546"/>
              <a:gd name="connsiteY5-204" fmla="*/ 937549 h 1527858"/>
              <a:gd name="connsiteX6-205" fmla="*/ 1504708 w 1944546"/>
              <a:gd name="connsiteY6-206" fmla="*/ 1527858 h 1527858"/>
              <a:gd name="connsiteX7-207" fmla="*/ 1331088 w 1944546"/>
              <a:gd name="connsiteY7-208" fmla="*/ 1250065 h 1527858"/>
              <a:gd name="connsiteX8-209" fmla="*/ 0 w 1944546"/>
              <a:gd name="connsiteY8-210" fmla="*/ 1261640 h 1527858"/>
              <a:gd name="connsiteX9-211" fmla="*/ 439837 w 1944546"/>
              <a:gd name="connsiteY9-212" fmla="*/ 636607 h 1527858"/>
              <a:gd name="connsiteX10-213" fmla="*/ 196768 w 1944546"/>
              <a:gd name="connsiteY10-214" fmla="*/ 335665 h 1527858"/>
              <a:gd name="connsiteX11-215" fmla="*/ 636607 w 1944546"/>
              <a:gd name="connsiteY11-216" fmla="*/ 324091 h 1527858"/>
              <a:gd name="connsiteX0-217" fmla="*/ 636607 w 1967695"/>
              <a:gd name="connsiteY0-218" fmla="*/ 324091 h 1527858"/>
              <a:gd name="connsiteX1-219" fmla="*/ 798652 w 1967695"/>
              <a:gd name="connsiteY1-220" fmla="*/ 34724 h 1527858"/>
              <a:gd name="connsiteX2-221" fmla="*/ 1701477 w 1967695"/>
              <a:gd name="connsiteY2-222" fmla="*/ 0 h 1527858"/>
              <a:gd name="connsiteX3-223" fmla="*/ 1296364 w 1967695"/>
              <a:gd name="connsiteY3-224" fmla="*/ 636607 h 1527858"/>
              <a:gd name="connsiteX4-225" fmla="*/ 1724627 w 1967695"/>
              <a:gd name="connsiteY4-226" fmla="*/ 613458 h 1527858"/>
              <a:gd name="connsiteX5-227" fmla="*/ 1967695 w 1967695"/>
              <a:gd name="connsiteY5-228" fmla="*/ 937549 h 1527858"/>
              <a:gd name="connsiteX6-229" fmla="*/ 1504708 w 1967695"/>
              <a:gd name="connsiteY6-230" fmla="*/ 1527858 h 1527858"/>
              <a:gd name="connsiteX7-231" fmla="*/ 1331088 w 1967695"/>
              <a:gd name="connsiteY7-232" fmla="*/ 1250065 h 1527858"/>
              <a:gd name="connsiteX8-233" fmla="*/ 0 w 1967695"/>
              <a:gd name="connsiteY8-234" fmla="*/ 1261640 h 1527858"/>
              <a:gd name="connsiteX9-235" fmla="*/ 439837 w 1967695"/>
              <a:gd name="connsiteY9-236" fmla="*/ 636607 h 1527858"/>
              <a:gd name="connsiteX10-237" fmla="*/ 196768 w 1967695"/>
              <a:gd name="connsiteY10-238" fmla="*/ 335665 h 1527858"/>
              <a:gd name="connsiteX11-239" fmla="*/ 636607 w 1967695"/>
              <a:gd name="connsiteY11-240" fmla="*/ 324091 h 1527858"/>
              <a:gd name="connsiteX0-241" fmla="*/ 636607 w 1967695"/>
              <a:gd name="connsiteY0-242" fmla="*/ 324091 h 1516284"/>
              <a:gd name="connsiteX1-243" fmla="*/ 798652 w 1967695"/>
              <a:gd name="connsiteY1-244" fmla="*/ 34724 h 1516284"/>
              <a:gd name="connsiteX2-245" fmla="*/ 1701477 w 1967695"/>
              <a:gd name="connsiteY2-246" fmla="*/ 0 h 1516284"/>
              <a:gd name="connsiteX3-247" fmla="*/ 1296364 w 1967695"/>
              <a:gd name="connsiteY3-248" fmla="*/ 636607 h 1516284"/>
              <a:gd name="connsiteX4-249" fmla="*/ 1724627 w 1967695"/>
              <a:gd name="connsiteY4-250" fmla="*/ 613458 h 1516284"/>
              <a:gd name="connsiteX5-251" fmla="*/ 1967695 w 1967695"/>
              <a:gd name="connsiteY5-252" fmla="*/ 937549 h 1516284"/>
              <a:gd name="connsiteX6-253" fmla="*/ 1551006 w 1967695"/>
              <a:gd name="connsiteY6-254" fmla="*/ 1516284 h 1516284"/>
              <a:gd name="connsiteX7-255" fmla="*/ 1331088 w 1967695"/>
              <a:gd name="connsiteY7-256" fmla="*/ 1250065 h 1516284"/>
              <a:gd name="connsiteX8-257" fmla="*/ 0 w 1967695"/>
              <a:gd name="connsiteY8-258" fmla="*/ 1261640 h 1516284"/>
              <a:gd name="connsiteX9-259" fmla="*/ 439837 w 1967695"/>
              <a:gd name="connsiteY9-260" fmla="*/ 636607 h 1516284"/>
              <a:gd name="connsiteX10-261" fmla="*/ 196768 w 1967695"/>
              <a:gd name="connsiteY10-262" fmla="*/ 335665 h 1516284"/>
              <a:gd name="connsiteX11-263" fmla="*/ 636607 w 1967695"/>
              <a:gd name="connsiteY11-264" fmla="*/ 324091 h 1516284"/>
              <a:gd name="connsiteX0-265" fmla="*/ 636607 w 1967695"/>
              <a:gd name="connsiteY0-266" fmla="*/ 324091 h 1516284"/>
              <a:gd name="connsiteX1-267" fmla="*/ 798652 w 1967695"/>
              <a:gd name="connsiteY1-268" fmla="*/ 34724 h 1516284"/>
              <a:gd name="connsiteX2-269" fmla="*/ 1701477 w 1967695"/>
              <a:gd name="connsiteY2-270" fmla="*/ 0 h 1516284"/>
              <a:gd name="connsiteX3-271" fmla="*/ 1296364 w 1967695"/>
              <a:gd name="connsiteY3-272" fmla="*/ 636607 h 1516284"/>
              <a:gd name="connsiteX4-273" fmla="*/ 1724627 w 1967695"/>
              <a:gd name="connsiteY4-274" fmla="*/ 601883 h 1516284"/>
              <a:gd name="connsiteX5-275" fmla="*/ 1967695 w 1967695"/>
              <a:gd name="connsiteY5-276" fmla="*/ 937549 h 1516284"/>
              <a:gd name="connsiteX6-277" fmla="*/ 1551006 w 1967695"/>
              <a:gd name="connsiteY6-278" fmla="*/ 1516284 h 1516284"/>
              <a:gd name="connsiteX7-279" fmla="*/ 1331088 w 1967695"/>
              <a:gd name="connsiteY7-280" fmla="*/ 1250065 h 1516284"/>
              <a:gd name="connsiteX8-281" fmla="*/ 0 w 1967695"/>
              <a:gd name="connsiteY8-282" fmla="*/ 1261640 h 1516284"/>
              <a:gd name="connsiteX9-283" fmla="*/ 439837 w 1967695"/>
              <a:gd name="connsiteY9-284" fmla="*/ 636607 h 1516284"/>
              <a:gd name="connsiteX10-285" fmla="*/ 196768 w 1967695"/>
              <a:gd name="connsiteY10-286" fmla="*/ 335665 h 1516284"/>
              <a:gd name="connsiteX11-287" fmla="*/ 636607 w 1967695"/>
              <a:gd name="connsiteY11-288" fmla="*/ 324091 h 15162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</a:cxnLst>
            <a:rect l="l" t="t" r="r" b="b"/>
            <a:pathLst>
              <a:path w="1967695" h="1516284">
                <a:moveTo>
                  <a:pt x="636607" y="324091"/>
                </a:moveTo>
                <a:lnTo>
                  <a:pt x="798652" y="34724"/>
                </a:lnTo>
                <a:lnTo>
                  <a:pt x="1701477" y="0"/>
                </a:lnTo>
                <a:lnTo>
                  <a:pt x="1296364" y="636607"/>
                </a:lnTo>
                <a:lnTo>
                  <a:pt x="1724627" y="601883"/>
                </a:lnTo>
                <a:lnTo>
                  <a:pt x="1967695" y="937549"/>
                </a:lnTo>
                <a:lnTo>
                  <a:pt x="1551006" y="1516284"/>
                </a:lnTo>
                <a:lnTo>
                  <a:pt x="1331088" y="1250065"/>
                </a:lnTo>
                <a:lnTo>
                  <a:pt x="0" y="1261640"/>
                </a:lnTo>
                <a:lnTo>
                  <a:pt x="439837" y="636607"/>
                </a:lnTo>
                <a:lnTo>
                  <a:pt x="196768" y="335665"/>
                </a:lnTo>
                <a:lnTo>
                  <a:pt x="636607" y="324091"/>
                </a:lnTo>
                <a:close/>
              </a:path>
            </a:pathLst>
          </a:custGeom>
          <a:solidFill>
            <a:schemeClr val="tx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Wingdings" panose="05000000000000000000" pitchFamily="2" charset="2"/>
              <a:buChar char="l"/>
            </a:pPr>
            <a:endParaRPr lang="zh-CN" altLang="en-US" sz="32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8352" y="457200"/>
            <a:ext cx="10509249" cy="685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829734" y="1244600"/>
            <a:ext cx="10589684" cy="0"/>
          </a:xfrm>
          <a:prstGeom prst="line">
            <a:avLst/>
          </a:prstGeom>
          <a:noFill/>
          <a:ln w="57150">
            <a:solidFill>
              <a:srgbClr val="0063B0"/>
            </a:solidFill>
            <a:round/>
          </a:ln>
          <a:effectLst/>
        </p:spPr>
        <p:txBody>
          <a:bodyPr lIns="90000" tIns="46800" rIns="90000" bIns="46800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315085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40300" y="6629401"/>
            <a:ext cx="1828800" cy="1508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ctr" eaLnBrk="0" hangingPunct="0">
              <a:defRPr kumimoji="1" sz="10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/>
              <a:t>第</a:t>
            </a:r>
            <a:fld id="{9939CB5E-02BB-44BE-9274-DB29A17EC36C}" type="slidenum">
              <a:rPr lang="zh-CN" altLang="en-US" smtClean="0"/>
            </a:fld>
            <a:r>
              <a:rPr lang="zh-CN" altLang="en-US"/>
              <a:t>页</a:t>
            </a:r>
            <a:endParaRPr lang="zh-CN" altLang="en-US"/>
          </a:p>
        </p:txBody>
      </p:sp>
      <p:pic>
        <p:nvPicPr>
          <p:cNvPr id="25606" name="Picture 6" descr="英文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0" y="6350000"/>
            <a:ext cx="914400" cy="4318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hf hdr="0" ftr="0" dt="0"/>
  <p:txStyles>
    <p:titleStyle>
      <a:lvl1pPr algn="l" rtl="0" eaLnBrk="0" fontAlgn="base" hangingPunct="0">
        <a:lnSpc>
          <a:spcPct val="93000"/>
        </a:lnSpc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3000"/>
        </a:lnSpc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3000"/>
        </a:lnSpc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3000"/>
        </a:lnSpc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3000"/>
        </a:lnSpc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3000"/>
        </a:lnSpc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3000"/>
        </a:lnSpc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3000"/>
        </a:lnSpc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3000"/>
        </a:lnSpc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52500" rtl="0" eaLnBrk="0" fontAlgn="base" hangingPunct="0">
        <a:spcBef>
          <a:spcPct val="0"/>
        </a:spcBef>
        <a:spcAft>
          <a:spcPct val="0"/>
        </a:spcAft>
        <a:buChar char="•"/>
        <a:defRPr sz="1700" b="1">
          <a:solidFill>
            <a:schemeClr val="tx1"/>
          </a:solidFill>
          <a:latin typeface="+mn-lt"/>
          <a:ea typeface="+mn-ea"/>
          <a:cs typeface="+mn-cs"/>
        </a:defRPr>
      </a:lvl1pPr>
      <a:lvl2pPr marL="294005" indent="-292100" algn="l" defTabSz="952500" rtl="0" eaLnBrk="0" fontAlgn="base" hangingPunct="0">
        <a:spcBef>
          <a:spcPct val="0"/>
        </a:spcBef>
        <a:spcAft>
          <a:spcPct val="0"/>
        </a:spcAft>
        <a:buChar char="•"/>
        <a:defRPr sz="1700" b="1">
          <a:solidFill>
            <a:schemeClr val="tx1"/>
          </a:solidFill>
          <a:latin typeface="+mn-lt"/>
          <a:ea typeface="+mn-ea"/>
        </a:defRPr>
      </a:lvl2pPr>
      <a:lvl3pPr marL="577850" indent="-282575" algn="l" defTabSz="952500" rtl="0" eaLnBrk="0" fontAlgn="base" hangingPunct="0">
        <a:spcBef>
          <a:spcPct val="0"/>
        </a:spcBef>
        <a:spcAft>
          <a:spcPct val="0"/>
        </a:spcAft>
        <a:buChar char="–"/>
        <a:defRPr sz="1700" b="1">
          <a:solidFill>
            <a:schemeClr val="tx1"/>
          </a:solidFill>
          <a:latin typeface="+mn-lt"/>
          <a:ea typeface="+mn-ea"/>
        </a:defRPr>
      </a:lvl3pPr>
      <a:lvl4pPr marL="871855" indent="-284480" algn="l" defTabSz="952500" rtl="0" eaLnBrk="0" fontAlgn="base" hangingPunct="0">
        <a:spcBef>
          <a:spcPct val="0"/>
        </a:spcBef>
        <a:spcAft>
          <a:spcPct val="0"/>
        </a:spcAft>
        <a:buChar char="-"/>
        <a:defRPr sz="1700" b="1">
          <a:solidFill>
            <a:schemeClr val="tx1"/>
          </a:solidFill>
          <a:latin typeface="+mn-lt"/>
          <a:ea typeface="+mn-ea"/>
        </a:defRPr>
      </a:lvl4pPr>
      <a:lvl5pPr marL="2057400" indent="-228600" algn="l" defTabSz="952500" rtl="0" eaLnBrk="0" fontAlgn="base" hangingPunct="0">
        <a:spcBef>
          <a:spcPct val="20000"/>
        </a:spcBef>
        <a:spcAft>
          <a:spcPct val="0"/>
        </a:spcAft>
        <a:buChar char="»"/>
        <a:defRPr sz="1700" b="1">
          <a:solidFill>
            <a:schemeClr val="tx1"/>
          </a:solidFill>
          <a:latin typeface="+mn-lt"/>
          <a:ea typeface="+mn-ea"/>
        </a:defRPr>
      </a:lvl5pPr>
      <a:lvl6pPr marL="2514600" indent="-228600" algn="l" defTabSz="952500" rtl="0" fontAlgn="base">
        <a:spcBef>
          <a:spcPct val="20000"/>
        </a:spcBef>
        <a:spcAft>
          <a:spcPct val="0"/>
        </a:spcAft>
        <a:buChar char="»"/>
        <a:defRPr sz="1700" b="1">
          <a:solidFill>
            <a:schemeClr val="tx1"/>
          </a:solidFill>
          <a:latin typeface="+mn-lt"/>
          <a:ea typeface="+mn-ea"/>
        </a:defRPr>
      </a:lvl6pPr>
      <a:lvl7pPr marL="2971800" indent="-228600" algn="l" defTabSz="952500" rtl="0" fontAlgn="base">
        <a:spcBef>
          <a:spcPct val="20000"/>
        </a:spcBef>
        <a:spcAft>
          <a:spcPct val="0"/>
        </a:spcAft>
        <a:buChar char="»"/>
        <a:defRPr sz="1700" b="1">
          <a:solidFill>
            <a:schemeClr val="tx1"/>
          </a:solidFill>
          <a:latin typeface="+mn-lt"/>
          <a:ea typeface="+mn-ea"/>
        </a:defRPr>
      </a:lvl7pPr>
      <a:lvl8pPr marL="3429000" indent="-228600" algn="l" defTabSz="952500" rtl="0" fontAlgn="base">
        <a:spcBef>
          <a:spcPct val="20000"/>
        </a:spcBef>
        <a:spcAft>
          <a:spcPct val="0"/>
        </a:spcAft>
        <a:buChar char="»"/>
        <a:defRPr sz="1700" b="1">
          <a:solidFill>
            <a:schemeClr val="tx1"/>
          </a:solidFill>
          <a:latin typeface="+mn-lt"/>
          <a:ea typeface="+mn-ea"/>
        </a:defRPr>
      </a:lvl8pPr>
      <a:lvl9pPr marL="3886200" indent="-228600" algn="l" defTabSz="952500" rtl="0" fontAlgn="base">
        <a:spcBef>
          <a:spcPct val="20000"/>
        </a:spcBef>
        <a:spcAft>
          <a:spcPct val="0"/>
        </a:spcAft>
        <a:buChar char="»"/>
        <a:defRPr sz="17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8352" y="457200"/>
            <a:ext cx="10509249" cy="685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829734" y="1244600"/>
            <a:ext cx="10589684" cy="0"/>
          </a:xfrm>
          <a:prstGeom prst="line">
            <a:avLst/>
          </a:prstGeom>
          <a:noFill/>
          <a:ln w="57150">
            <a:solidFill>
              <a:srgbClr val="0063B0"/>
            </a:solidFill>
            <a:round/>
          </a:ln>
          <a:effectLst/>
        </p:spPr>
        <p:txBody>
          <a:bodyPr lIns="90000" tIns="46800" rIns="90000" bIns="46800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315085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40300" y="6629401"/>
            <a:ext cx="1828800" cy="1508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ctr" eaLnBrk="0" hangingPunct="0">
              <a:defRPr kumimoji="1" sz="10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/>
              <a:t>第</a:t>
            </a:r>
            <a:fld id="{9939CB5E-02BB-44BE-9274-DB29A17EC36C}" type="slidenum">
              <a:rPr lang="zh-CN" altLang="en-US" smtClean="0"/>
            </a:fld>
            <a:r>
              <a:rPr lang="zh-CN" altLang="en-US"/>
              <a:t>页</a:t>
            </a:r>
            <a:endParaRPr lang="zh-CN" altLang="en-US"/>
          </a:p>
        </p:txBody>
      </p:sp>
      <p:pic>
        <p:nvPicPr>
          <p:cNvPr id="25606" name="Picture 6" descr="英文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0" y="6350000"/>
            <a:ext cx="914400" cy="4318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</p:sldLayoutIdLst>
  <p:hf hdr="0" ftr="0" dt="0"/>
  <p:txStyles>
    <p:titleStyle>
      <a:lvl1pPr algn="l" rtl="0" eaLnBrk="0" fontAlgn="base" hangingPunct="0">
        <a:lnSpc>
          <a:spcPct val="93000"/>
        </a:lnSpc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3000"/>
        </a:lnSpc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3000"/>
        </a:lnSpc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3000"/>
        </a:lnSpc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3000"/>
        </a:lnSpc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3000"/>
        </a:lnSpc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3000"/>
        </a:lnSpc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3000"/>
        </a:lnSpc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3000"/>
        </a:lnSpc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52500" rtl="0" eaLnBrk="0" fontAlgn="base" hangingPunct="0">
        <a:spcBef>
          <a:spcPct val="0"/>
        </a:spcBef>
        <a:spcAft>
          <a:spcPct val="0"/>
        </a:spcAft>
        <a:buChar char="•"/>
        <a:defRPr sz="1700" b="1">
          <a:solidFill>
            <a:schemeClr val="tx1"/>
          </a:solidFill>
          <a:latin typeface="+mn-lt"/>
          <a:ea typeface="+mn-ea"/>
          <a:cs typeface="+mn-cs"/>
        </a:defRPr>
      </a:lvl1pPr>
      <a:lvl2pPr marL="294005" indent="-292100" algn="l" defTabSz="952500" rtl="0" eaLnBrk="0" fontAlgn="base" hangingPunct="0">
        <a:spcBef>
          <a:spcPct val="0"/>
        </a:spcBef>
        <a:spcAft>
          <a:spcPct val="0"/>
        </a:spcAft>
        <a:buChar char="•"/>
        <a:defRPr sz="1700" b="1">
          <a:solidFill>
            <a:schemeClr val="tx1"/>
          </a:solidFill>
          <a:latin typeface="+mn-lt"/>
          <a:ea typeface="+mn-ea"/>
        </a:defRPr>
      </a:lvl2pPr>
      <a:lvl3pPr marL="577850" indent="-282575" algn="l" defTabSz="952500" rtl="0" eaLnBrk="0" fontAlgn="base" hangingPunct="0">
        <a:spcBef>
          <a:spcPct val="0"/>
        </a:spcBef>
        <a:spcAft>
          <a:spcPct val="0"/>
        </a:spcAft>
        <a:buChar char="–"/>
        <a:defRPr sz="1700" b="1">
          <a:solidFill>
            <a:schemeClr val="tx1"/>
          </a:solidFill>
          <a:latin typeface="+mn-lt"/>
          <a:ea typeface="+mn-ea"/>
        </a:defRPr>
      </a:lvl3pPr>
      <a:lvl4pPr marL="871855" indent="-284480" algn="l" defTabSz="952500" rtl="0" eaLnBrk="0" fontAlgn="base" hangingPunct="0">
        <a:spcBef>
          <a:spcPct val="0"/>
        </a:spcBef>
        <a:spcAft>
          <a:spcPct val="0"/>
        </a:spcAft>
        <a:buChar char="-"/>
        <a:defRPr sz="1700" b="1">
          <a:solidFill>
            <a:schemeClr val="tx1"/>
          </a:solidFill>
          <a:latin typeface="+mn-lt"/>
          <a:ea typeface="+mn-ea"/>
        </a:defRPr>
      </a:lvl4pPr>
      <a:lvl5pPr marL="2057400" indent="-228600" algn="l" defTabSz="952500" rtl="0" eaLnBrk="0" fontAlgn="base" hangingPunct="0">
        <a:spcBef>
          <a:spcPct val="20000"/>
        </a:spcBef>
        <a:spcAft>
          <a:spcPct val="0"/>
        </a:spcAft>
        <a:buChar char="»"/>
        <a:defRPr sz="1700" b="1">
          <a:solidFill>
            <a:schemeClr val="tx1"/>
          </a:solidFill>
          <a:latin typeface="+mn-lt"/>
          <a:ea typeface="+mn-ea"/>
        </a:defRPr>
      </a:lvl5pPr>
      <a:lvl6pPr marL="2514600" indent="-228600" algn="l" defTabSz="952500" rtl="0" fontAlgn="base">
        <a:spcBef>
          <a:spcPct val="20000"/>
        </a:spcBef>
        <a:spcAft>
          <a:spcPct val="0"/>
        </a:spcAft>
        <a:buChar char="»"/>
        <a:defRPr sz="1700" b="1">
          <a:solidFill>
            <a:schemeClr val="tx1"/>
          </a:solidFill>
          <a:latin typeface="+mn-lt"/>
          <a:ea typeface="+mn-ea"/>
        </a:defRPr>
      </a:lvl6pPr>
      <a:lvl7pPr marL="2971800" indent="-228600" algn="l" defTabSz="952500" rtl="0" fontAlgn="base">
        <a:spcBef>
          <a:spcPct val="20000"/>
        </a:spcBef>
        <a:spcAft>
          <a:spcPct val="0"/>
        </a:spcAft>
        <a:buChar char="»"/>
        <a:defRPr sz="1700" b="1">
          <a:solidFill>
            <a:schemeClr val="tx1"/>
          </a:solidFill>
          <a:latin typeface="+mn-lt"/>
          <a:ea typeface="+mn-ea"/>
        </a:defRPr>
      </a:lvl7pPr>
      <a:lvl8pPr marL="3429000" indent="-228600" algn="l" defTabSz="952500" rtl="0" fontAlgn="base">
        <a:spcBef>
          <a:spcPct val="20000"/>
        </a:spcBef>
        <a:spcAft>
          <a:spcPct val="0"/>
        </a:spcAft>
        <a:buChar char="»"/>
        <a:defRPr sz="1700" b="1">
          <a:solidFill>
            <a:schemeClr val="tx1"/>
          </a:solidFill>
          <a:latin typeface="+mn-lt"/>
          <a:ea typeface="+mn-ea"/>
        </a:defRPr>
      </a:lvl8pPr>
      <a:lvl9pPr marL="3886200" indent="-228600" algn="l" defTabSz="952500" rtl="0" fontAlgn="base">
        <a:spcBef>
          <a:spcPct val="20000"/>
        </a:spcBef>
        <a:spcAft>
          <a:spcPct val="0"/>
        </a:spcAft>
        <a:buChar char="»"/>
        <a:defRPr sz="17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0.jpeg"/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jpeg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jpeg"/><Relationship Id="rId1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1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46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8.jpeg"/><Relationship Id="rId1" Type="http://schemas.openxmlformats.org/officeDocument/2006/relationships/image" Target="../media/image47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任意多边形 78"/>
          <p:cNvSpPr/>
          <p:nvPr/>
        </p:nvSpPr>
        <p:spPr>
          <a:xfrm flipV="1">
            <a:off x="7413337" y="3632502"/>
            <a:ext cx="2896" cy="8824"/>
          </a:xfrm>
          <a:custGeom>
            <a:avLst/>
            <a:gdLst>
              <a:gd name="connsiteX0" fmla="*/ 873 w 2896"/>
              <a:gd name="connsiteY0" fmla="*/ 8824 h 8824"/>
              <a:gd name="connsiteX1" fmla="*/ 2896 w 2896"/>
              <a:gd name="connsiteY1" fmla="*/ 1127 h 8824"/>
              <a:gd name="connsiteX2" fmla="*/ 2193 w 2896"/>
              <a:gd name="connsiteY2" fmla="*/ 0 h 8824"/>
              <a:gd name="connsiteX3" fmla="*/ 0 w 2896"/>
              <a:gd name="connsiteY3" fmla="*/ 3588 h 8824"/>
              <a:gd name="connsiteX4" fmla="*/ 873 w 2896"/>
              <a:gd name="connsiteY4" fmla="*/ 8824 h 8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96" h="8824">
                <a:moveTo>
                  <a:pt x="873" y="8824"/>
                </a:moveTo>
                <a:lnTo>
                  <a:pt x="2896" y="1127"/>
                </a:lnTo>
                <a:lnTo>
                  <a:pt x="2193" y="0"/>
                </a:lnTo>
                <a:lnTo>
                  <a:pt x="0" y="3588"/>
                </a:lnTo>
                <a:lnTo>
                  <a:pt x="873" y="8824"/>
                </a:lnTo>
                <a:close/>
              </a:path>
            </a:pathLst>
          </a:custGeom>
          <a:solidFill>
            <a:srgbClr val="2289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任意多边形 77"/>
          <p:cNvSpPr/>
          <p:nvPr/>
        </p:nvSpPr>
        <p:spPr>
          <a:xfrm flipV="1">
            <a:off x="7416233" y="3638222"/>
            <a:ext cx="1232" cy="4138"/>
          </a:xfrm>
          <a:custGeom>
            <a:avLst/>
            <a:gdLst>
              <a:gd name="connsiteX0" fmla="*/ 1232 w 1232"/>
              <a:gd name="connsiteY0" fmla="*/ 4138 h 4138"/>
              <a:gd name="connsiteX1" fmla="*/ 567 w 1232"/>
              <a:gd name="connsiteY1" fmla="*/ 0 h 4138"/>
              <a:gd name="connsiteX2" fmla="*/ 0 w 1232"/>
              <a:gd name="connsiteY2" fmla="*/ 2161 h 4138"/>
              <a:gd name="connsiteX3" fmla="*/ 1232 w 1232"/>
              <a:gd name="connsiteY3" fmla="*/ 4138 h 4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2" h="4138">
                <a:moveTo>
                  <a:pt x="1232" y="4138"/>
                </a:moveTo>
                <a:lnTo>
                  <a:pt x="567" y="0"/>
                </a:lnTo>
                <a:lnTo>
                  <a:pt x="0" y="2161"/>
                </a:lnTo>
                <a:lnTo>
                  <a:pt x="1232" y="4138"/>
                </a:lnTo>
                <a:close/>
              </a:path>
            </a:pathLst>
          </a:custGeom>
          <a:solidFill>
            <a:srgbClr val="2289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任意多边形 72"/>
          <p:cNvSpPr/>
          <p:nvPr/>
        </p:nvSpPr>
        <p:spPr>
          <a:xfrm flipV="1">
            <a:off x="7411720" y="3637738"/>
            <a:ext cx="3810" cy="9702"/>
          </a:xfrm>
          <a:custGeom>
            <a:avLst/>
            <a:gdLst>
              <a:gd name="connsiteX0" fmla="*/ 1617 w 3810"/>
              <a:gd name="connsiteY0" fmla="*/ 9702 h 9702"/>
              <a:gd name="connsiteX1" fmla="*/ 3810 w 3810"/>
              <a:gd name="connsiteY1" fmla="*/ 6114 h 9702"/>
              <a:gd name="connsiteX2" fmla="*/ 0 w 3810"/>
              <a:gd name="connsiteY2" fmla="*/ 0 h 9702"/>
              <a:gd name="connsiteX3" fmla="*/ 1617 w 3810"/>
              <a:gd name="connsiteY3" fmla="*/ 9702 h 9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" h="9702">
                <a:moveTo>
                  <a:pt x="1617" y="9702"/>
                </a:moveTo>
                <a:lnTo>
                  <a:pt x="3810" y="6114"/>
                </a:lnTo>
                <a:lnTo>
                  <a:pt x="0" y="0"/>
                </a:lnTo>
                <a:lnTo>
                  <a:pt x="1617" y="9702"/>
                </a:lnTo>
                <a:close/>
              </a:path>
            </a:pathLst>
          </a:custGeom>
          <a:solidFill>
            <a:srgbClr val="2289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文本框 110"/>
          <p:cNvSpPr txBox="1"/>
          <p:nvPr/>
        </p:nvSpPr>
        <p:spPr>
          <a:xfrm>
            <a:off x="5713544" y="2732419"/>
            <a:ext cx="5787788" cy="6451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3600" b="1" dirty="0">
                <a:solidFill>
                  <a:srgbClr val="0E56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如何制作一份优秀的简历</a:t>
            </a:r>
            <a:endParaRPr lang="zh-CN" altLang="en-US" sz="3600" b="1" dirty="0">
              <a:solidFill>
                <a:srgbClr val="0E56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任意多边形 111"/>
          <p:cNvSpPr/>
          <p:nvPr/>
        </p:nvSpPr>
        <p:spPr>
          <a:xfrm rot="16200000">
            <a:off x="4788407" y="2978143"/>
            <a:ext cx="527954" cy="304152"/>
          </a:xfrm>
          <a:custGeom>
            <a:avLst/>
            <a:gdLst>
              <a:gd name="connsiteX0" fmla="*/ 350520 w 721360"/>
              <a:gd name="connsiteY0" fmla="*/ 472440 h 472440"/>
              <a:gd name="connsiteX1" fmla="*/ 721360 w 721360"/>
              <a:gd name="connsiteY1" fmla="*/ 10160 h 472440"/>
              <a:gd name="connsiteX2" fmla="*/ 0 w 721360"/>
              <a:gd name="connsiteY2" fmla="*/ 0 h 472440"/>
              <a:gd name="connsiteX3" fmla="*/ 350520 w 721360"/>
              <a:gd name="connsiteY3" fmla="*/ 472440 h 47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1360" h="472440">
                <a:moveTo>
                  <a:pt x="350520" y="472440"/>
                </a:moveTo>
                <a:lnTo>
                  <a:pt x="721360" y="10160"/>
                </a:lnTo>
                <a:lnTo>
                  <a:pt x="0" y="0"/>
                </a:lnTo>
                <a:lnTo>
                  <a:pt x="350520" y="47244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直角三角形 117"/>
          <p:cNvSpPr/>
          <p:nvPr/>
        </p:nvSpPr>
        <p:spPr>
          <a:xfrm flipH="1" flipV="1">
            <a:off x="4181048" y="-1547"/>
            <a:ext cx="8010952" cy="980733"/>
          </a:xfrm>
          <a:prstGeom prst="rtTriangle">
            <a:avLst/>
          </a:prstGeom>
          <a:solidFill>
            <a:srgbClr val="4040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0" name="组合 119"/>
          <p:cNvGrpSpPr/>
          <p:nvPr/>
        </p:nvGrpSpPr>
        <p:grpSpPr>
          <a:xfrm>
            <a:off x="431530" y="799295"/>
            <a:ext cx="3901918" cy="5564211"/>
            <a:chOff x="279130" y="1340768"/>
            <a:chExt cx="3901918" cy="5564211"/>
          </a:xfrm>
        </p:grpSpPr>
        <p:sp>
          <p:nvSpPr>
            <p:cNvPr id="121" name="任意多边形 120"/>
            <p:cNvSpPr/>
            <p:nvPr/>
          </p:nvSpPr>
          <p:spPr>
            <a:xfrm>
              <a:off x="1571704" y="139452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任意多边形 121"/>
            <p:cNvSpPr/>
            <p:nvPr/>
          </p:nvSpPr>
          <p:spPr>
            <a:xfrm>
              <a:off x="2738021" y="1393020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2D79B6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任意多边形 122"/>
            <p:cNvSpPr/>
            <p:nvPr/>
          </p:nvSpPr>
          <p:spPr>
            <a:xfrm>
              <a:off x="3323243" y="1393020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任意多边形 123"/>
            <p:cNvSpPr/>
            <p:nvPr/>
          </p:nvSpPr>
          <p:spPr>
            <a:xfrm>
              <a:off x="1836852" y="176923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任意多边形 124"/>
            <p:cNvSpPr/>
            <p:nvPr/>
          </p:nvSpPr>
          <p:spPr>
            <a:xfrm>
              <a:off x="3001026" y="176923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任意多边形 125"/>
            <p:cNvSpPr/>
            <p:nvPr/>
          </p:nvSpPr>
          <p:spPr>
            <a:xfrm>
              <a:off x="1541276" y="2145449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29C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任意多边形 126"/>
            <p:cNvSpPr/>
            <p:nvPr/>
          </p:nvSpPr>
          <p:spPr>
            <a:xfrm>
              <a:off x="2122319" y="2145449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任意多边形 127"/>
            <p:cNvSpPr/>
            <p:nvPr/>
          </p:nvSpPr>
          <p:spPr>
            <a:xfrm>
              <a:off x="2711721" y="2145449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任意多边形 128"/>
            <p:cNvSpPr/>
            <p:nvPr/>
          </p:nvSpPr>
          <p:spPr>
            <a:xfrm>
              <a:off x="3288583" y="213708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任意多边形 129"/>
            <p:cNvSpPr/>
            <p:nvPr/>
          </p:nvSpPr>
          <p:spPr>
            <a:xfrm>
              <a:off x="2387142" y="2521663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任意多边形 130"/>
            <p:cNvSpPr/>
            <p:nvPr/>
          </p:nvSpPr>
          <p:spPr>
            <a:xfrm>
              <a:off x="2986472" y="2521663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任意多边形 131"/>
            <p:cNvSpPr/>
            <p:nvPr/>
          </p:nvSpPr>
          <p:spPr>
            <a:xfrm>
              <a:off x="3557586" y="2521663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任意多边形 132"/>
            <p:cNvSpPr/>
            <p:nvPr/>
          </p:nvSpPr>
          <p:spPr>
            <a:xfrm>
              <a:off x="2678599" y="289787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任意多边形 133"/>
            <p:cNvSpPr/>
            <p:nvPr/>
          </p:nvSpPr>
          <p:spPr>
            <a:xfrm>
              <a:off x="3254297" y="289787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任意多边形 134"/>
            <p:cNvSpPr/>
            <p:nvPr/>
          </p:nvSpPr>
          <p:spPr>
            <a:xfrm>
              <a:off x="2654680" y="3650306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任意多边形 135"/>
            <p:cNvSpPr/>
            <p:nvPr/>
          </p:nvSpPr>
          <p:spPr>
            <a:xfrm>
              <a:off x="2949910" y="4030331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任意多边形 136"/>
            <p:cNvSpPr/>
            <p:nvPr/>
          </p:nvSpPr>
          <p:spPr>
            <a:xfrm>
              <a:off x="2342597" y="4775140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任意多边形 137"/>
            <p:cNvSpPr/>
            <p:nvPr/>
          </p:nvSpPr>
          <p:spPr>
            <a:xfrm>
              <a:off x="2925279" y="4786570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任意多边形 138"/>
            <p:cNvSpPr/>
            <p:nvPr/>
          </p:nvSpPr>
          <p:spPr>
            <a:xfrm>
              <a:off x="2023265" y="516532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任意多边形 139"/>
            <p:cNvSpPr/>
            <p:nvPr/>
          </p:nvSpPr>
          <p:spPr>
            <a:xfrm>
              <a:off x="2612297" y="517040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任意多边形 140"/>
            <p:cNvSpPr/>
            <p:nvPr/>
          </p:nvSpPr>
          <p:spPr>
            <a:xfrm>
              <a:off x="3222919" y="515516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任意多边形 141"/>
            <p:cNvSpPr/>
            <p:nvPr/>
          </p:nvSpPr>
          <p:spPr>
            <a:xfrm>
              <a:off x="1111192" y="553137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任意多边形 142"/>
            <p:cNvSpPr/>
            <p:nvPr/>
          </p:nvSpPr>
          <p:spPr>
            <a:xfrm>
              <a:off x="1710385" y="5529600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任意多边形 143"/>
            <p:cNvSpPr/>
            <p:nvPr/>
          </p:nvSpPr>
          <p:spPr>
            <a:xfrm>
              <a:off x="2309577" y="553645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任意多边形 144"/>
            <p:cNvSpPr/>
            <p:nvPr/>
          </p:nvSpPr>
          <p:spPr>
            <a:xfrm>
              <a:off x="2931629" y="554153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任意多边形 145"/>
            <p:cNvSpPr/>
            <p:nvPr/>
          </p:nvSpPr>
          <p:spPr>
            <a:xfrm>
              <a:off x="1876908" y="138884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任意多边形 146"/>
            <p:cNvSpPr/>
            <p:nvPr/>
          </p:nvSpPr>
          <p:spPr>
            <a:xfrm>
              <a:off x="2455860" y="139302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任意多边形 147"/>
            <p:cNvSpPr/>
            <p:nvPr/>
          </p:nvSpPr>
          <p:spPr>
            <a:xfrm>
              <a:off x="2144093" y="1769234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27C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任意多边形 148"/>
            <p:cNvSpPr/>
            <p:nvPr/>
          </p:nvSpPr>
          <p:spPr>
            <a:xfrm>
              <a:off x="2718865" y="1769234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任意多边形 149"/>
            <p:cNvSpPr/>
            <p:nvPr/>
          </p:nvSpPr>
          <p:spPr>
            <a:xfrm>
              <a:off x="1850608" y="2149629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任意多边形 150"/>
            <p:cNvSpPr/>
            <p:nvPr/>
          </p:nvSpPr>
          <p:spPr>
            <a:xfrm>
              <a:off x="2429560" y="2157641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任意多边形 151"/>
            <p:cNvSpPr/>
            <p:nvPr/>
          </p:nvSpPr>
          <p:spPr>
            <a:xfrm>
              <a:off x="3587465" y="2145449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2C78BA"/>
            </a:solidFill>
            <a:ln>
              <a:solidFill>
                <a:srgbClr val="1F6BA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任意多边形 152"/>
            <p:cNvSpPr/>
            <p:nvPr/>
          </p:nvSpPr>
          <p:spPr>
            <a:xfrm>
              <a:off x="2690203" y="2521663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solidFill>
                <a:srgbClr val="1F6BA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任意多边形 153"/>
            <p:cNvSpPr/>
            <p:nvPr/>
          </p:nvSpPr>
          <p:spPr>
            <a:xfrm>
              <a:off x="1821666" y="289787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任意多边形 154"/>
            <p:cNvSpPr/>
            <p:nvPr/>
          </p:nvSpPr>
          <p:spPr>
            <a:xfrm>
              <a:off x="2971210" y="289787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任意多边形 155"/>
            <p:cNvSpPr/>
            <p:nvPr/>
          </p:nvSpPr>
          <p:spPr>
            <a:xfrm>
              <a:off x="2678835" y="3276727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任意多边形 156"/>
            <p:cNvSpPr/>
            <p:nvPr/>
          </p:nvSpPr>
          <p:spPr>
            <a:xfrm>
              <a:off x="3266856" y="3275282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任意多边形 157"/>
            <p:cNvSpPr/>
            <p:nvPr/>
          </p:nvSpPr>
          <p:spPr>
            <a:xfrm>
              <a:off x="1795744" y="3661482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9" name="任意多边形 158"/>
            <p:cNvSpPr/>
            <p:nvPr/>
          </p:nvSpPr>
          <p:spPr>
            <a:xfrm>
              <a:off x="2965847" y="365689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任意多边形 159"/>
            <p:cNvSpPr/>
            <p:nvPr/>
          </p:nvSpPr>
          <p:spPr>
            <a:xfrm>
              <a:off x="2657299" y="4035411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任意多边形 160"/>
            <p:cNvSpPr/>
            <p:nvPr/>
          </p:nvSpPr>
          <p:spPr>
            <a:xfrm>
              <a:off x="3253661" y="4026521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2" name="任意多边形 161"/>
            <p:cNvSpPr/>
            <p:nvPr/>
          </p:nvSpPr>
          <p:spPr>
            <a:xfrm>
              <a:off x="2949990" y="440511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任意多边形 162"/>
            <p:cNvSpPr/>
            <p:nvPr/>
          </p:nvSpPr>
          <p:spPr>
            <a:xfrm>
              <a:off x="1461534" y="4772854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任意多边形 163"/>
            <p:cNvSpPr/>
            <p:nvPr/>
          </p:nvSpPr>
          <p:spPr>
            <a:xfrm>
              <a:off x="2654258" y="477895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任意多边形 164"/>
            <p:cNvSpPr/>
            <p:nvPr/>
          </p:nvSpPr>
          <p:spPr>
            <a:xfrm>
              <a:off x="1739870" y="516253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任意多边形 165"/>
            <p:cNvSpPr/>
            <p:nvPr/>
          </p:nvSpPr>
          <p:spPr>
            <a:xfrm>
              <a:off x="2332763" y="516476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任意多边形 166"/>
            <p:cNvSpPr/>
            <p:nvPr/>
          </p:nvSpPr>
          <p:spPr>
            <a:xfrm>
              <a:off x="2925228" y="5175484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8" name="任意多边形 167"/>
            <p:cNvSpPr/>
            <p:nvPr/>
          </p:nvSpPr>
          <p:spPr>
            <a:xfrm>
              <a:off x="1424704" y="553645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9" name="任意多边形 168"/>
            <p:cNvSpPr/>
            <p:nvPr/>
          </p:nvSpPr>
          <p:spPr>
            <a:xfrm>
              <a:off x="2024876" y="553645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0" name="任意多边形 169"/>
            <p:cNvSpPr/>
            <p:nvPr/>
          </p:nvSpPr>
          <p:spPr>
            <a:xfrm>
              <a:off x="2631398" y="554534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任意多边形 170"/>
            <p:cNvSpPr/>
            <p:nvPr/>
          </p:nvSpPr>
          <p:spPr>
            <a:xfrm>
              <a:off x="1111480" y="5910053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任意多边形 171"/>
            <p:cNvSpPr/>
            <p:nvPr/>
          </p:nvSpPr>
          <p:spPr>
            <a:xfrm>
              <a:off x="1714192" y="5917673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任意多边形 172"/>
            <p:cNvSpPr/>
            <p:nvPr/>
          </p:nvSpPr>
          <p:spPr>
            <a:xfrm>
              <a:off x="2336227" y="630888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任意多边形 173"/>
            <p:cNvSpPr/>
            <p:nvPr/>
          </p:nvSpPr>
          <p:spPr>
            <a:xfrm>
              <a:off x="1401570" y="629110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任意多边形 174"/>
            <p:cNvSpPr/>
            <p:nvPr/>
          </p:nvSpPr>
          <p:spPr>
            <a:xfrm>
              <a:off x="2656005" y="631396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任意多边形 175"/>
            <p:cNvSpPr/>
            <p:nvPr/>
          </p:nvSpPr>
          <p:spPr>
            <a:xfrm>
              <a:off x="1226381" y="2526172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任意多边形 176"/>
            <p:cNvSpPr/>
            <p:nvPr/>
          </p:nvSpPr>
          <p:spPr>
            <a:xfrm>
              <a:off x="1527701" y="252425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任意多边形 177"/>
            <p:cNvSpPr/>
            <p:nvPr/>
          </p:nvSpPr>
          <p:spPr>
            <a:xfrm>
              <a:off x="632162" y="2526172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任意多边形 178"/>
            <p:cNvSpPr/>
            <p:nvPr/>
          </p:nvSpPr>
          <p:spPr>
            <a:xfrm>
              <a:off x="1231937" y="289787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任意多边形 179"/>
            <p:cNvSpPr/>
            <p:nvPr/>
          </p:nvSpPr>
          <p:spPr>
            <a:xfrm>
              <a:off x="1797377" y="327904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任意多边形 180"/>
            <p:cNvSpPr/>
            <p:nvPr/>
          </p:nvSpPr>
          <p:spPr>
            <a:xfrm>
              <a:off x="1513614" y="327644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任意多边形 181"/>
            <p:cNvSpPr/>
            <p:nvPr/>
          </p:nvSpPr>
          <p:spPr>
            <a:xfrm>
              <a:off x="3231998" y="5934183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任意多边形 182"/>
            <p:cNvSpPr/>
            <p:nvPr/>
          </p:nvSpPr>
          <p:spPr>
            <a:xfrm>
              <a:off x="3516412" y="6320750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任意多边形 183"/>
            <p:cNvSpPr/>
            <p:nvPr/>
          </p:nvSpPr>
          <p:spPr>
            <a:xfrm>
              <a:off x="1819642" y="2526505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任意多边形 184"/>
            <p:cNvSpPr/>
            <p:nvPr/>
          </p:nvSpPr>
          <p:spPr>
            <a:xfrm>
              <a:off x="2390610" y="289600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  <a:effectLst>
              <a:reflection blurRad="6350" stA="50000" endA="300" endPos="5550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任意多边形 185"/>
            <p:cNvSpPr/>
            <p:nvPr/>
          </p:nvSpPr>
          <p:spPr>
            <a:xfrm>
              <a:off x="647941" y="135121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任意多边形 186"/>
            <p:cNvSpPr/>
            <p:nvPr/>
          </p:nvSpPr>
          <p:spPr>
            <a:xfrm>
              <a:off x="331368" y="174833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任意多边形 187"/>
            <p:cNvSpPr/>
            <p:nvPr/>
          </p:nvSpPr>
          <p:spPr>
            <a:xfrm>
              <a:off x="623745" y="2145449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任意多边形 188"/>
            <p:cNvSpPr/>
            <p:nvPr/>
          </p:nvSpPr>
          <p:spPr>
            <a:xfrm>
              <a:off x="1219418" y="2145449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任意多边形 189"/>
            <p:cNvSpPr/>
            <p:nvPr/>
          </p:nvSpPr>
          <p:spPr>
            <a:xfrm>
              <a:off x="602221" y="2928249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1" name="任意多边形 190"/>
            <p:cNvSpPr/>
            <p:nvPr/>
          </p:nvSpPr>
          <p:spPr>
            <a:xfrm>
              <a:off x="281682" y="334060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任意多边形 191"/>
            <p:cNvSpPr/>
            <p:nvPr/>
          </p:nvSpPr>
          <p:spPr>
            <a:xfrm>
              <a:off x="579361" y="3737720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任意多边形 192"/>
            <p:cNvSpPr/>
            <p:nvPr/>
          </p:nvSpPr>
          <p:spPr>
            <a:xfrm>
              <a:off x="589731" y="6513716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任意多边形 193"/>
            <p:cNvSpPr/>
            <p:nvPr/>
          </p:nvSpPr>
          <p:spPr>
            <a:xfrm>
              <a:off x="1185404" y="6513716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任意多边形 194"/>
            <p:cNvSpPr/>
            <p:nvPr/>
          </p:nvSpPr>
          <p:spPr>
            <a:xfrm>
              <a:off x="352822" y="134318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任意多边形 195"/>
            <p:cNvSpPr/>
            <p:nvPr/>
          </p:nvSpPr>
          <p:spPr>
            <a:xfrm>
              <a:off x="961453" y="134076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7" name="任意多边形 196"/>
            <p:cNvSpPr/>
            <p:nvPr/>
          </p:nvSpPr>
          <p:spPr>
            <a:xfrm>
              <a:off x="644880" y="1737883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任意多边形 197"/>
            <p:cNvSpPr/>
            <p:nvPr/>
          </p:nvSpPr>
          <p:spPr>
            <a:xfrm>
              <a:off x="936372" y="213499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9" name="任意多边形 198"/>
            <p:cNvSpPr/>
            <p:nvPr/>
          </p:nvSpPr>
          <p:spPr>
            <a:xfrm>
              <a:off x="938593" y="2532114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任意多边形 199"/>
            <p:cNvSpPr/>
            <p:nvPr/>
          </p:nvSpPr>
          <p:spPr>
            <a:xfrm>
              <a:off x="908113" y="2902559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1" name="任意多边形 200"/>
            <p:cNvSpPr/>
            <p:nvPr/>
          </p:nvSpPr>
          <p:spPr>
            <a:xfrm>
              <a:off x="595194" y="3330154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任意多边形 201"/>
            <p:cNvSpPr/>
            <p:nvPr/>
          </p:nvSpPr>
          <p:spPr>
            <a:xfrm>
              <a:off x="286750" y="3727269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3" name="任意多边形 202"/>
            <p:cNvSpPr/>
            <p:nvPr/>
          </p:nvSpPr>
          <p:spPr>
            <a:xfrm>
              <a:off x="584338" y="4124384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任意多边形 203"/>
            <p:cNvSpPr/>
            <p:nvPr/>
          </p:nvSpPr>
          <p:spPr>
            <a:xfrm>
              <a:off x="279130" y="451769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5" name="任意多边形 204"/>
            <p:cNvSpPr/>
            <p:nvPr/>
          </p:nvSpPr>
          <p:spPr>
            <a:xfrm>
              <a:off x="355330" y="4914805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" name="任意多边形 205"/>
            <p:cNvSpPr/>
            <p:nvPr/>
          </p:nvSpPr>
          <p:spPr>
            <a:xfrm>
              <a:off x="961453" y="4914805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" name="任意多边形 206"/>
            <p:cNvSpPr/>
            <p:nvPr/>
          </p:nvSpPr>
          <p:spPr>
            <a:xfrm>
              <a:off x="637295" y="531192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8" name="任意多边形 207"/>
            <p:cNvSpPr/>
            <p:nvPr/>
          </p:nvSpPr>
          <p:spPr>
            <a:xfrm>
              <a:off x="1243418" y="531192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" name="任意多边形 208"/>
            <p:cNvSpPr/>
            <p:nvPr/>
          </p:nvSpPr>
          <p:spPr>
            <a:xfrm>
              <a:off x="328660" y="5705225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" name="任意多边形 209"/>
            <p:cNvSpPr/>
            <p:nvPr/>
          </p:nvSpPr>
          <p:spPr>
            <a:xfrm>
              <a:off x="930973" y="5709035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1" name="任意多边形 210"/>
            <p:cNvSpPr/>
            <p:nvPr/>
          </p:nvSpPr>
          <p:spPr>
            <a:xfrm>
              <a:off x="612631" y="609853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2" name="任意多边形 211"/>
            <p:cNvSpPr/>
            <p:nvPr/>
          </p:nvSpPr>
          <p:spPr>
            <a:xfrm>
              <a:off x="892793" y="650326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3" name="任意多边形 212"/>
            <p:cNvSpPr/>
            <p:nvPr/>
          </p:nvSpPr>
          <p:spPr>
            <a:xfrm>
              <a:off x="1498916" y="649564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任意多边形 213"/>
            <p:cNvSpPr/>
            <p:nvPr/>
          </p:nvSpPr>
          <p:spPr>
            <a:xfrm>
              <a:off x="1500932" y="6099157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4" name="任意多边形 103"/>
          <p:cNvSpPr/>
          <p:nvPr/>
        </p:nvSpPr>
        <p:spPr>
          <a:xfrm rot="16200000">
            <a:off x="4781150" y="4509400"/>
            <a:ext cx="527954" cy="304152"/>
          </a:xfrm>
          <a:custGeom>
            <a:avLst/>
            <a:gdLst>
              <a:gd name="connsiteX0" fmla="*/ 350520 w 721360"/>
              <a:gd name="connsiteY0" fmla="*/ 472440 h 472440"/>
              <a:gd name="connsiteX1" fmla="*/ 721360 w 721360"/>
              <a:gd name="connsiteY1" fmla="*/ 10160 h 472440"/>
              <a:gd name="connsiteX2" fmla="*/ 0 w 721360"/>
              <a:gd name="connsiteY2" fmla="*/ 0 h 472440"/>
              <a:gd name="connsiteX3" fmla="*/ 350520 w 721360"/>
              <a:gd name="connsiteY3" fmla="*/ 472440 h 47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1360" h="472440">
                <a:moveTo>
                  <a:pt x="350520" y="472440"/>
                </a:moveTo>
                <a:lnTo>
                  <a:pt x="721360" y="10160"/>
                </a:lnTo>
                <a:lnTo>
                  <a:pt x="0" y="0"/>
                </a:lnTo>
                <a:lnTo>
                  <a:pt x="350520" y="47244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358" y="71755"/>
            <a:ext cx="3142615" cy="781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1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任意多边形 17"/>
          <p:cNvSpPr/>
          <p:nvPr/>
        </p:nvSpPr>
        <p:spPr bwMode="auto">
          <a:xfrm>
            <a:off x="-34925" y="0"/>
            <a:ext cx="5437188" cy="6858000"/>
          </a:xfrm>
          <a:custGeom>
            <a:avLst/>
            <a:gdLst>
              <a:gd name="T0" fmla="*/ 0 w 5437991"/>
              <a:gd name="T1" fmla="*/ 0 h 6858000"/>
              <a:gd name="T2" fmla="*/ 5435582 w 5437991"/>
              <a:gd name="T3" fmla="*/ 0 h 6858000"/>
              <a:gd name="T4" fmla="*/ 1632404 w 5437991"/>
              <a:gd name="T5" fmla="*/ 6858000 h 6858000"/>
              <a:gd name="T6" fmla="*/ 0 w 5437991"/>
              <a:gd name="T7" fmla="*/ 6858000 h 6858000"/>
              <a:gd name="T8" fmla="*/ 0 w 5437991"/>
              <a:gd name="T9" fmla="*/ 0 h 6858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437991" h="6858000">
                <a:moveTo>
                  <a:pt x="0" y="0"/>
                </a:moveTo>
                <a:lnTo>
                  <a:pt x="5437991" y="0"/>
                </a:lnTo>
                <a:lnTo>
                  <a:pt x="163312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3075" name="Text Box 20"/>
          <p:cNvSpPr txBox="1">
            <a:spLocks noChangeArrowheads="1"/>
          </p:cNvSpPr>
          <p:nvPr/>
        </p:nvSpPr>
        <p:spPr bwMode="auto">
          <a:xfrm>
            <a:off x="2830514" y="1206501"/>
            <a:ext cx="1811337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dist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FFFFFF"/>
                </a:solidFill>
                <a:latin typeface="Arial Black" panose="020B0A04020102020204" pitchFamily="34" charset="0"/>
                <a:ea typeface="华文新魏" panose="02010800040101010101" pitchFamily="2" charset="-122"/>
              </a:rPr>
              <a:t>Contents</a:t>
            </a:r>
            <a:endParaRPr lang="zh-CN" altLang="en-US" sz="2400" dirty="0">
              <a:solidFill>
                <a:srgbClr val="FFFFFF"/>
              </a:solidFill>
              <a:latin typeface="Arial Black" panose="020B0A04020102020204" pitchFamily="34" charset="0"/>
              <a:ea typeface="华文新魏" panose="02010800040101010101" pitchFamily="2" charset="-122"/>
            </a:endParaRPr>
          </a:p>
        </p:txBody>
      </p:sp>
      <p:sp>
        <p:nvSpPr>
          <p:cNvPr id="3076" name="文本框 20"/>
          <p:cNvSpPr txBox="1">
            <a:spLocks noChangeArrowheads="1"/>
          </p:cNvSpPr>
          <p:nvPr/>
        </p:nvSpPr>
        <p:spPr bwMode="auto">
          <a:xfrm>
            <a:off x="1801814" y="828675"/>
            <a:ext cx="1347787" cy="15684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77" name="直接连接符 22"/>
          <p:cNvCxnSpPr>
            <a:cxnSpLocks noChangeShapeType="1"/>
          </p:cNvCxnSpPr>
          <p:nvPr/>
        </p:nvCxnSpPr>
        <p:spPr bwMode="auto">
          <a:xfrm>
            <a:off x="2095501" y="1628775"/>
            <a:ext cx="2430463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ysDash"/>
            <a:round/>
          </a:ln>
        </p:spPr>
      </p:cxnSp>
      <p:cxnSp>
        <p:nvCxnSpPr>
          <p:cNvPr id="3078" name="直接连接符 24"/>
          <p:cNvCxnSpPr>
            <a:cxnSpLocks noChangeShapeType="1"/>
          </p:cNvCxnSpPr>
          <p:nvPr/>
        </p:nvCxnSpPr>
        <p:spPr bwMode="auto">
          <a:xfrm>
            <a:off x="2844800" y="534989"/>
            <a:ext cx="0" cy="2124075"/>
          </a:xfrm>
          <a:prstGeom prst="line">
            <a:avLst/>
          </a:prstGeom>
          <a:noFill/>
          <a:ln w="9525">
            <a:solidFill>
              <a:srgbClr val="FFFFFF"/>
            </a:solidFill>
            <a:prstDash val="sysDash"/>
            <a:round/>
          </a:ln>
        </p:spPr>
      </p:cxnSp>
      <p:sp>
        <p:nvSpPr>
          <p:cNvPr id="3079" name="椭圆 25"/>
          <p:cNvSpPr>
            <a:spLocks noChangeArrowheads="1"/>
          </p:cNvSpPr>
          <p:nvPr/>
        </p:nvSpPr>
        <p:spPr bwMode="auto">
          <a:xfrm>
            <a:off x="5866663" y="908398"/>
            <a:ext cx="1032768" cy="103054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200">
              <a:solidFill>
                <a:srgbClr val="FFFFFF"/>
              </a:solidFill>
              <a:latin typeface="Arial Narrow" panose="020B060602020203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80" name="椭圆 28"/>
          <p:cNvSpPr>
            <a:spLocks noChangeArrowheads="1"/>
          </p:cNvSpPr>
          <p:nvPr/>
        </p:nvSpPr>
        <p:spPr bwMode="auto">
          <a:xfrm>
            <a:off x="5190022" y="2110326"/>
            <a:ext cx="1032768" cy="10327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200">
              <a:solidFill>
                <a:srgbClr val="FFFFFF"/>
              </a:solidFill>
              <a:latin typeface="Arial Narrow" panose="020B060602020203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81" name="椭圆 29"/>
          <p:cNvSpPr>
            <a:spLocks noChangeArrowheads="1"/>
          </p:cNvSpPr>
          <p:nvPr/>
        </p:nvSpPr>
        <p:spPr bwMode="auto">
          <a:xfrm>
            <a:off x="4540090" y="3341189"/>
            <a:ext cx="1030542" cy="10327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200">
              <a:solidFill>
                <a:srgbClr val="FFFFFF"/>
              </a:solidFill>
              <a:latin typeface="Arial Narrow" panose="020B060602020203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83" name="椭圆 31"/>
          <p:cNvSpPr>
            <a:spLocks noChangeArrowheads="1"/>
          </p:cNvSpPr>
          <p:nvPr/>
        </p:nvSpPr>
        <p:spPr bwMode="auto">
          <a:xfrm>
            <a:off x="5942340" y="981848"/>
            <a:ext cx="881414" cy="883641"/>
          </a:xfrm>
          <a:prstGeom prst="ellipse">
            <a:avLst/>
          </a:prstGeom>
          <a:solidFill>
            <a:srgbClr val="0E5671"/>
          </a:solidFill>
          <a:ln>
            <a:noFill/>
          </a:ln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600" dirty="0">
                <a:solidFill>
                  <a:srgbClr val="FFFFFF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01</a:t>
            </a:r>
            <a:endParaRPr lang="en-US" altLang="zh-CN" sz="3600" dirty="0">
              <a:solidFill>
                <a:srgbClr val="FFFFFF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84" name="椭圆 32"/>
          <p:cNvSpPr>
            <a:spLocks noChangeArrowheads="1"/>
          </p:cNvSpPr>
          <p:nvPr/>
        </p:nvSpPr>
        <p:spPr bwMode="auto">
          <a:xfrm>
            <a:off x="5263515" y="2186305"/>
            <a:ext cx="883920" cy="881380"/>
          </a:xfrm>
          <a:prstGeom prst="ellipse">
            <a:avLst/>
          </a:prstGeom>
          <a:solidFill>
            <a:srgbClr val="0E5671"/>
          </a:solidFill>
          <a:ln>
            <a:noFill/>
          </a:ln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600" dirty="0">
                <a:solidFill>
                  <a:srgbClr val="FFFFFF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02</a:t>
            </a:r>
            <a:endParaRPr lang="en-US" altLang="zh-CN" sz="3600" dirty="0">
              <a:solidFill>
                <a:srgbClr val="FFFFFF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85" name="椭圆 33"/>
          <p:cNvSpPr>
            <a:spLocks noChangeArrowheads="1"/>
          </p:cNvSpPr>
          <p:nvPr/>
        </p:nvSpPr>
        <p:spPr bwMode="auto">
          <a:xfrm>
            <a:off x="4518925" y="3245732"/>
            <a:ext cx="883641" cy="883639"/>
          </a:xfrm>
          <a:prstGeom prst="ellipse">
            <a:avLst/>
          </a:prstGeom>
          <a:solidFill>
            <a:srgbClr val="0E5671"/>
          </a:solidFill>
          <a:ln>
            <a:noFill/>
          </a:ln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600" dirty="0">
                <a:solidFill>
                  <a:srgbClr val="FFFFFF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03</a:t>
            </a:r>
            <a:endParaRPr lang="en-US" altLang="zh-CN" sz="3600" dirty="0">
              <a:solidFill>
                <a:srgbClr val="FFFFFF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椭圆 29"/>
          <p:cNvSpPr>
            <a:spLocks noChangeArrowheads="1"/>
          </p:cNvSpPr>
          <p:nvPr/>
        </p:nvSpPr>
        <p:spPr bwMode="auto">
          <a:xfrm>
            <a:off x="3731621" y="4618411"/>
            <a:ext cx="1030542" cy="10327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200">
              <a:solidFill>
                <a:srgbClr val="FFFFFF"/>
              </a:solidFill>
              <a:latin typeface="Arial Narrow" panose="020B060602020203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椭圆 33"/>
          <p:cNvSpPr>
            <a:spLocks noChangeArrowheads="1"/>
          </p:cNvSpPr>
          <p:nvPr/>
        </p:nvSpPr>
        <p:spPr bwMode="auto">
          <a:xfrm>
            <a:off x="3758081" y="4618204"/>
            <a:ext cx="883641" cy="883639"/>
          </a:xfrm>
          <a:prstGeom prst="ellipse">
            <a:avLst/>
          </a:prstGeom>
          <a:solidFill>
            <a:srgbClr val="0E5671"/>
          </a:solidFill>
          <a:ln>
            <a:noFill/>
          </a:ln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600" dirty="0">
                <a:solidFill>
                  <a:srgbClr val="FFFFFF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04</a:t>
            </a:r>
            <a:endParaRPr lang="en-US" altLang="zh-CN" sz="3600" dirty="0">
              <a:solidFill>
                <a:srgbClr val="FFFFFF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448070" y="1092240"/>
            <a:ext cx="3328449" cy="773250"/>
          </a:xfrm>
          <a:prstGeom prst="rect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华文琥珀" panose="02010800040101010101" pitchFamily="2" charset="-122"/>
                <a:ea typeface="华文琥珀" panose="02010800040101010101" pitchFamily="2" charset="-122"/>
              </a:rPr>
              <a:t>简历的重要性</a:t>
            </a:r>
            <a:endParaRPr lang="zh-CN" altLang="en-US" sz="32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823708" y="2294251"/>
            <a:ext cx="3328449" cy="773250"/>
          </a:xfrm>
          <a:prstGeom prst="rect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华文琥珀" panose="02010800040101010101" pitchFamily="2" charset="-122"/>
                <a:ea typeface="华文琥珀" panose="02010800040101010101" pitchFamily="2" charset="-122"/>
              </a:rPr>
              <a:t>简历基本架构</a:t>
            </a:r>
            <a:endParaRPr lang="zh-CN" altLang="en-US" sz="32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147259" y="3500132"/>
            <a:ext cx="3594004" cy="714725"/>
          </a:xfrm>
          <a:prstGeom prst="rect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华文琥珀" panose="02010800040101010101" pitchFamily="2" charset="-122"/>
                <a:ea typeface="华文琥珀" panose="02010800040101010101" pitchFamily="2" charset="-122"/>
              </a:rPr>
              <a:t>网上简历注册</a:t>
            </a:r>
            <a:endParaRPr lang="zh-CN" altLang="en-US" sz="32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402359" y="4728699"/>
            <a:ext cx="3328449" cy="773250"/>
          </a:xfrm>
          <a:prstGeom prst="rect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华文琥珀" panose="02010800040101010101" pitchFamily="2" charset="-122"/>
                <a:ea typeface="华文琥珀" panose="02010800040101010101" pitchFamily="2" charset="-122"/>
              </a:rPr>
              <a:t>纸质简历制作</a:t>
            </a:r>
            <a:endParaRPr lang="zh-CN" altLang="en-US" sz="32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6513" y="47625"/>
            <a:ext cx="3142615" cy="781050"/>
          </a:xfrm>
          <a:prstGeom prst="rect">
            <a:avLst/>
          </a:prstGeom>
        </p:spPr>
      </p:pic>
      <p:sp>
        <p:nvSpPr>
          <p:cNvPr id="25" name="椭圆 33"/>
          <p:cNvSpPr>
            <a:spLocks noChangeArrowheads="1"/>
          </p:cNvSpPr>
          <p:nvPr/>
        </p:nvSpPr>
        <p:spPr bwMode="auto">
          <a:xfrm>
            <a:off x="2873805" y="5814167"/>
            <a:ext cx="883641" cy="883639"/>
          </a:xfrm>
          <a:prstGeom prst="ellipse">
            <a:avLst/>
          </a:prstGeom>
          <a:solidFill>
            <a:srgbClr val="0E5671"/>
          </a:solidFill>
          <a:ln>
            <a:noFill/>
          </a:ln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600" dirty="0">
                <a:solidFill>
                  <a:srgbClr val="FFFFFF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05</a:t>
            </a:r>
            <a:endParaRPr lang="en-US" altLang="zh-CN" sz="3600" dirty="0">
              <a:solidFill>
                <a:srgbClr val="FFFFFF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641784" y="5924789"/>
            <a:ext cx="3328449" cy="773250"/>
          </a:xfrm>
          <a:prstGeom prst="rect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华文琥珀" panose="02010800040101010101" pitchFamily="2" charset="-122"/>
                <a:ea typeface="华文琥珀" panose="02010800040101010101" pitchFamily="2" charset="-122"/>
              </a:rPr>
              <a:t>简历小贴士</a:t>
            </a:r>
            <a:endParaRPr lang="zh-CN" altLang="en-US" sz="32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wipe dir="r"/>
      </p:transition>
    </mc:Choice>
    <mc:Fallback>
      <p:transition spd="slow">
        <p:wipe dir="r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组合 697"/>
          <p:cNvGrpSpPr/>
          <p:nvPr/>
        </p:nvGrpSpPr>
        <p:grpSpPr>
          <a:xfrm>
            <a:off x="13800856" y="1315336"/>
            <a:ext cx="1965110" cy="2206850"/>
            <a:chOff x="1074420" y="1325880"/>
            <a:chExt cx="2428875" cy="3634740"/>
          </a:xfrm>
        </p:grpSpPr>
        <p:sp>
          <p:nvSpPr>
            <p:cNvPr id="699" name="流程图: 决策 698"/>
            <p:cNvSpPr/>
            <p:nvPr/>
          </p:nvSpPr>
          <p:spPr>
            <a:xfrm>
              <a:off x="1074420" y="1325880"/>
              <a:ext cx="2011680" cy="3634740"/>
            </a:xfrm>
            <a:prstGeom prst="flowChartDecision">
              <a:avLst/>
            </a:pr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0" name="任意多边形 699"/>
            <p:cNvSpPr/>
            <p:nvPr/>
          </p:nvSpPr>
          <p:spPr>
            <a:xfrm>
              <a:off x="1531620" y="1577340"/>
              <a:ext cx="1971675" cy="2423160"/>
            </a:xfrm>
            <a:custGeom>
              <a:avLst/>
              <a:gdLst>
                <a:gd name="connsiteX0" fmla="*/ 0 w 1828800"/>
                <a:gd name="connsiteY0" fmla="*/ 2423160 h 2423160"/>
                <a:gd name="connsiteX1" fmla="*/ 1508760 w 1828800"/>
                <a:gd name="connsiteY1" fmla="*/ 0 h 2423160"/>
                <a:gd name="connsiteX2" fmla="*/ 1828800 w 1828800"/>
                <a:gd name="connsiteY2" fmla="*/ 594360 h 2423160"/>
                <a:gd name="connsiteX3" fmla="*/ 22860 w 1828800"/>
                <a:gd name="connsiteY3" fmla="*/ 685800 h 2423160"/>
                <a:gd name="connsiteX4" fmla="*/ 1143000 w 1828800"/>
                <a:gd name="connsiteY4" fmla="*/ 2377440 h 2423160"/>
                <a:gd name="connsiteX5" fmla="*/ 0 w 1828800"/>
                <a:gd name="connsiteY5" fmla="*/ 2423160 h 2423160"/>
                <a:gd name="connsiteX0-1" fmla="*/ 0 w 1971675"/>
                <a:gd name="connsiteY0-2" fmla="*/ 2423160 h 2423160"/>
                <a:gd name="connsiteX1-3" fmla="*/ 1508760 w 1971675"/>
                <a:gd name="connsiteY1-4" fmla="*/ 0 h 2423160"/>
                <a:gd name="connsiteX2-5" fmla="*/ 1971675 w 1971675"/>
                <a:gd name="connsiteY2-6" fmla="*/ 722947 h 2423160"/>
                <a:gd name="connsiteX3-7" fmla="*/ 22860 w 1971675"/>
                <a:gd name="connsiteY3-8" fmla="*/ 685800 h 2423160"/>
                <a:gd name="connsiteX4-9" fmla="*/ 1143000 w 1971675"/>
                <a:gd name="connsiteY4-10" fmla="*/ 2377440 h 2423160"/>
                <a:gd name="connsiteX5-11" fmla="*/ 0 w 1971675"/>
                <a:gd name="connsiteY5-12" fmla="*/ 2423160 h 242316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71675" h="2423160">
                  <a:moveTo>
                    <a:pt x="0" y="2423160"/>
                  </a:moveTo>
                  <a:lnTo>
                    <a:pt x="1508760" y="0"/>
                  </a:lnTo>
                  <a:lnTo>
                    <a:pt x="1971675" y="722947"/>
                  </a:lnTo>
                  <a:lnTo>
                    <a:pt x="22860" y="685800"/>
                  </a:lnTo>
                  <a:lnTo>
                    <a:pt x="1143000" y="2377440"/>
                  </a:lnTo>
                  <a:lnTo>
                    <a:pt x="0" y="2423160"/>
                  </a:lnTo>
                  <a:close/>
                </a:path>
              </a:pathLst>
            </a:cu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1" name="直接连接符 700"/>
            <p:cNvCxnSpPr>
              <a:stCxn id="699" idx="3"/>
              <a:endCxn id="699" idx="1"/>
            </p:cNvCxnSpPr>
            <p:nvPr/>
          </p:nvCxnSpPr>
          <p:spPr>
            <a:xfrm flipH="1">
              <a:off x="1074420" y="3143250"/>
              <a:ext cx="2011680" cy="0"/>
            </a:xfrm>
            <a:prstGeom prst="line">
              <a:avLst/>
            </a:prstGeom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/>
          <p:cNvGrpSpPr/>
          <p:nvPr/>
        </p:nvGrpSpPr>
        <p:grpSpPr>
          <a:xfrm>
            <a:off x="0" y="-9"/>
            <a:ext cx="8040216" cy="1132122"/>
            <a:chOff x="0" y="-9"/>
            <a:chExt cx="8040216" cy="1132122"/>
          </a:xfrm>
        </p:grpSpPr>
        <p:sp>
          <p:nvSpPr>
            <p:cNvPr id="38" name="直角三角形 37"/>
            <p:cNvSpPr/>
            <p:nvPr/>
          </p:nvSpPr>
          <p:spPr>
            <a:xfrm flipV="1">
              <a:off x="0" y="-9"/>
              <a:ext cx="8040216" cy="1132122"/>
            </a:xfrm>
            <a:prstGeom prst="rtTriangle">
              <a:avLst/>
            </a:prstGeom>
            <a:solidFill>
              <a:srgbClr val="40404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74171" y="180961"/>
              <a:ext cx="433351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简历的重要性</a:t>
              </a:r>
              <a:endPara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流程图: 联系 16"/>
          <p:cNvSpPr/>
          <p:nvPr/>
        </p:nvSpPr>
        <p:spPr>
          <a:xfrm>
            <a:off x="1703889" y="1715078"/>
            <a:ext cx="624115" cy="653143"/>
          </a:xfrm>
          <a:prstGeom prst="flowChartConnector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Wingdings" panose="05000000000000000000" pitchFamily="2" charset="2"/>
              <a:buChar char="l"/>
            </a:pPr>
            <a:endParaRPr lang="zh-CN" altLang="en-US" sz="32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73090" y="1715080"/>
            <a:ext cx="4789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n-ea"/>
              </a:rPr>
              <a:t>1</a:t>
            </a:r>
            <a:endParaRPr lang="zh-CN" altLang="en-US" sz="3200" b="1" dirty="0">
              <a:latin typeface="+mn-ea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2577822" y="1464282"/>
            <a:ext cx="8577944" cy="2017486"/>
          </a:xfrm>
          <a:prstGeom prst="roundRect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+mn-ea"/>
              </a:rPr>
              <a:t>简历好比一份产品的广告和说明书，既要在短短的几页篇幅里把自己的形象和其他竞争者区分开来，又要切实地把自己对于企业的价值表现出来。有力的把自己推销出去。</a:t>
            </a:r>
            <a:endParaRPr lang="zh-CN" altLang="en-US" sz="2800" b="1" dirty="0">
              <a:latin typeface="+mn-ea"/>
            </a:endParaRPr>
          </a:p>
        </p:txBody>
      </p:sp>
      <p:sp>
        <p:nvSpPr>
          <p:cNvPr id="20" name="流程图: 联系 19"/>
          <p:cNvSpPr/>
          <p:nvPr/>
        </p:nvSpPr>
        <p:spPr>
          <a:xfrm>
            <a:off x="1655139" y="4188576"/>
            <a:ext cx="624115" cy="616858"/>
          </a:xfrm>
          <a:prstGeom prst="flowChartConnector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Wingdings" panose="05000000000000000000" pitchFamily="2" charset="2"/>
              <a:buChar char="l"/>
            </a:pPr>
            <a:endParaRPr lang="zh-CN" altLang="en-US" sz="32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763999" y="4162922"/>
            <a:ext cx="290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n-ea"/>
              </a:rPr>
              <a:t>2</a:t>
            </a:r>
            <a:endParaRPr lang="zh-CN" altLang="en-US" sz="3200" b="1" dirty="0">
              <a:latin typeface="+mn-ea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2588965" y="3902682"/>
            <a:ext cx="6981371" cy="1161142"/>
          </a:xfrm>
          <a:prstGeom prst="roundRect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+mn-ea"/>
              </a:rPr>
              <a:t>帮助求职者获取面试机会的通行证</a:t>
            </a:r>
            <a:endParaRPr lang="zh-CN" altLang="en-US" sz="28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4933" y="82550"/>
            <a:ext cx="3142615" cy="781050"/>
          </a:xfrm>
          <a:prstGeom prst="rect">
            <a:avLst/>
          </a:prstGeom>
        </p:spPr>
      </p:pic>
      <p:sp>
        <p:nvSpPr>
          <p:cNvPr id="23" name="圆角矩形 22"/>
          <p:cNvSpPr/>
          <p:nvPr/>
        </p:nvSpPr>
        <p:spPr>
          <a:xfrm>
            <a:off x="2580387" y="5517973"/>
            <a:ext cx="6981371" cy="1161142"/>
          </a:xfrm>
          <a:prstGeom prst="roundRect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+mn-ea"/>
              </a:rPr>
              <a:t>没有简历，你学的再好，一样没有机会</a:t>
            </a:r>
            <a:endParaRPr lang="zh-CN" altLang="en-US" sz="2800" b="1" dirty="0">
              <a:latin typeface="+mn-ea"/>
            </a:endParaRPr>
          </a:p>
        </p:txBody>
      </p:sp>
      <p:sp>
        <p:nvSpPr>
          <p:cNvPr id="25" name="流程图: 联系 19"/>
          <p:cNvSpPr/>
          <p:nvPr/>
        </p:nvSpPr>
        <p:spPr>
          <a:xfrm>
            <a:off x="1700219" y="5800628"/>
            <a:ext cx="624115" cy="616858"/>
          </a:xfrm>
          <a:prstGeom prst="flowChartConnector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Wingdings" panose="05000000000000000000" pitchFamily="2" charset="2"/>
              <a:buChar char="l"/>
            </a:pPr>
            <a:endParaRPr lang="zh-CN" altLang="en-US" sz="32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26" name="TextBox 20"/>
          <p:cNvSpPr txBox="1"/>
          <p:nvPr/>
        </p:nvSpPr>
        <p:spPr>
          <a:xfrm>
            <a:off x="1826966" y="5810752"/>
            <a:ext cx="3373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n-ea"/>
              </a:rPr>
              <a:t>3</a:t>
            </a:r>
            <a:endParaRPr lang="zh-CN" altLang="en-US" sz="3200" b="1" dirty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wedge/>
      </p:transition>
    </mc:Choice>
    <mc:Fallback>
      <p:transition spd="slow">
        <p:wedg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组合 697"/>
          <p:cNvGrpSpPr/>
          <p:nvPr/>
        </p:nvGrpSpPr>
        <p:grpSpPr>
          <a:xfrm>
            <a:off x="13800856" y="1315336"/>
            <a:ext cx="1965110" cy="2206850"/>
            <a:chOff x="1074420" y="1325880"/>
            <a:chExt cx="2428875" cy="3634740"/>
          </a:xfrm>
        </p:grpSpPr>
        <p:sp>
          <p:nvSpPr>
            <p:cNvPr id="699" name="流程图: 决策 698"/>
            <p:cNvSpPr/>
            <p:nvPr/>
          </p:nvSpPr>
          <p:spPr>
            <a:xfrm>
              <a:off x="1074420" y="1325880"/>
              <a:ext cx="2011680" cy="3634740"/>
            </a:xfrm>
            <a:prstGeom prst="flowChartDecision">
              <a:avLst/>
            </a:pr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0" name="任意多边形 699"/>
            <p:cNvSpPr/>
            <p:nvPr/>
          </p:nvSpPr>
          <p:spPr>
            <a:xfrm>
              <a:off x="1531620" y="1577340"/>
              <a:ext cx="1971675" cy="2423160"/>
            </a:xfrm>
            <a:custGeom>
              <a:avLst/>
              <a:gdLst>
                <a:gd name="connsiteX0" fmla="*/ 0 w 1828800"/>
                <a:gd name="connsiteY0" fmla="*/ 2423160 h 2423160"/>
                <a:gd name="connsiteX1" fmla="*/ 1508760 w 1828800"/>
                <a:gd name="connsiteY1" fmla="*/ 0 h 2423160"/>
                <a:gd name="connsiteX2" fmla="*/ 1828800 w 1828800"/>
                <a:gd name="connsiteY2" fmla="*/ 594360 h 2423160"/>
                <a:gd name="connsiteX3" fmla="*/ 22860 w 1828800"/>
                <a:gd name="connsiteY3" fmla="*/ 685800 h 2423160"/>
                <a:gd name="connsiteX4" fmla="*/ 1143000 w 1828800"/>
                <a:gd name="connsiteY4" fmla="*/ 2377440 h 2423160"/>
                <a:gd name="connsiteX5" fmla="*/ 0 w 1828800"/>
                <a:gd name="connsiteY5" fmla="*/ 2423160 h 2423160"/>
                <a:gd name="connsiteX0-1" fmla="*/ 0 w 1971675"/>
                <a:gd name="connsiteY0-2" fmla="*/ 2423160 h 2423160"/>
                <a:gd name="connsiteX1-3" fmla="*/ 1508760 w 1971675"/>
                <a:gd name="connsiteY1-4" fmla="*/ 0 h 2423160"/>
                <a:gd name="connsiteX2-5" fmla="*/ 1971675 w 1971675"/>
                <a:gd name="connsiteY2-6" fmla="*/ 722947 h 2423160"/>
                <a:gd name="connsiteX3-7" fmla="*/ 22860 w 1971675"/>
                <a:gd name="connsiteY3-8" fmla="*/ 685800 h 2423160"/>
                <a:gd name="connsiteX4-9" fmla="*/ 1143000 w 1971675"/>
                <a:gd name="connsiteY4-10" fmla="*/ 2377440 h 2423160"/>
                <a:gd name="connsiteX5-11" fmla="*/ 0 w 1971675"/>
                <a:gd name="connsiteY5-12" fmla="*/ 2423160 h 242316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71675" h="2423160">
                  <a:moveTo>
                    <a:pt x="0" y="2423160"/>
                  </a:moveTo>
                  <a:lnTo>
                    <a:pt x="1508760" y="0"/>
                  </a:lnTo>
                  <a:lnTo>
                    <a:pt x="1971675" y="722947"/>
                  </a:lnTo>
                  <a:lnTo>
                    <a:pt x="22860" y="685800"/>
                  </a:lnTo>
                  <a:lnTo>
                    <a:pt x="1143000" y="2377440"/>
                  </a:lnTo>
                  <a:lnTo>
                    <a:pt x="0" y="2423160"/>
                  </a:lnTo>
                  <a:close/>
                </a:path>
              </a:pathLst>
            </a:cu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1" name="直接连接符 700"/>
            <p:cNvCxnSpPr>
              <a:stCxn id="699" idx="3"/>
              <a:endCxn id="699" idx="1"/>
            </p:cNvCxnSpPr>
            <p:nvPr/>
          </p:nvCxnSpPr>
          <p:spPr>
            <a:xfrm flipH="1">
              <a:off x="1074420" y="3143250"/>
              <a:ext cx="2011680" cy="0"/>
            </a:xfrm>
            <a:prstGeom prst="line">
              <a:avLst/>
            </a:prstGeom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Line 38"/>
          <p:cNvSpPr>
            <a:spLocks noChangeShapeType="1"/>
          </p:cNvSpPr>
          <p:nvPr/>
        </p:nvSpPr>
        <p:spPr bwMode="auto">
          <a:xfrm>
            <a:off x="425450" y="6178550"/>
            <a:ext cx="82169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7" name="组合 66"/>
          <p:cNvGrpSpPr/>
          <p:nvPr/>
        </p:nvGrpSpPr>
        <p:grpSpPr>
          <a:xfrm>
            <a:off x="0" y="-8"/>
            <a:ext cx="8040216" cy="1233722"/>
            <a:chOff x="0" y="-8"/>
            <a:chExt cx="8040216" cy="980733"/>
          </a:xfrm>
        </p:grpSpPr>
        <p:sp>
          <p:nvSpPr>
            <p:cNvPr id="68" name="直角三角形 67"/>
            <p:cNvSpPr/>
            <p:nvPr/>
          </p:nvSpPr>
          <p:spPr>
            <a:xfrm flipV="1">
              <a:off x="0" y="-8"/>
              <a:ext cx="8040216" cy="980733"/>
            </a:xfrm>
            <a:prstGeom prst="rtTriangle">
              <a:avLst/>
            </a:prstGeom>
            <a:solidFill>
              <a:srgbClr val="40404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84094" y="108391"/>
              <a:ext cx="433351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简历基本架构</a:t>
              </a:r>
              <a:endPara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0" name="圆角矩形 69"/>
          <p:cNvSpPr/>
          <p:nvPr/>
        </p:nvSpPr>
        <p:spPr>
          <a:xfrm>
            <a:off x="1204687" y="1407886"/>
            <a:ext cx="4412342" cy="696685"/>
          </a:xfrm>
          <a:prstGeom prst="roundRect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3200" b="1" dirty="0">
                <a:latin typeface="+mn-ea"/>
              </a:rPr>
              <a:t>1.</a:t>
            </a:r>
            <a:r>
              <a:rPr lang="zh-CN" altLang="en-US" sz="3200" b="1" dirty="0">
                <a:latin typeface="+mn-ea"/>
              </a:rPr>
              <a:t>个人基本情况</a:t>
            </a:r>
            <a:endParaRPr lang="zh-CN" altLang="en-US" sz="3200" b="1" dirty="0">
              <a:latin typeface="+mn-ea"/>
            </a:endParaRPr>
          </a:p>
        </p:txBody>
      </p:sp>
      <p:sp>
        <p:nvSpPr>
          <p:cNvPr id="71" name="圆角矩形 70"/>
          <p:cNvSpPr/>
          <p:nvPr/>
        </p:nvSpPr>
        <p:spPr>
          <a:xfrm>
            <a:off x="1211941" y="2271485"/>
            <a:ext cx="4419601" cy="703943"/>
          </a:xfrm>
          <a:prstGeom prst="roundRect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3200" b="1" dirty="0">
                <a:latin typeface="+mn-ea"/>
              </a:rPr>
              <a:t>2.</a:t>
            </a:r>
            <a:r>
              <a:rPr lang="zh-CN" altLang="en-US" sz="3200" b="1" dirty="0">
                <a:latin typeface="+mn-ea"/>
              </a:rPr>
              <a:t>求职意向    </a:t>
            </a:r>
            <a:endParaRPr lang="zh-CN" altLang="en-US" sz="3200" b="1" dirty="0">
              <a:latin typeface="+mn-e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1190171" y="3120571"/>
            <a:ext cx="4441372" cy="711200"/>
          </a:xfrm>
          <a:prstGeom prst="roundRect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3200" b="1" dirty="0">
                <a:latin typeface="+mn-ea"/>
              </a:rPr>
              <a:t>3.</a:t>
            </a:r>
            <a:r>
              <a:rPr lang="zh-CN" altLang="en-US" sz="3200" b="1" dirty="0">
                <a:latin typeface="+mn-ea"/>
              </a:rPr>
              <a:t>教育背景</a:t>
            </a:r>
            <a:endParaRPr lang="zh-CN" altLang="en-US" sz="3200" b="1" dirty="0">
              <a:latin typeface="+mn-ea"/>
            </a:endParaRPr>
          </a:p>
        </p:txBody>
      </p:sp>
      <p:sp>
        <p:nvSpPr>
          <p:cNvPr id="78" name="圆角矩形 77"/>
          <p:cNvSpPr/>
          <p:nvPr/>
        </p:nvSpPr>
        <p:spPr>
          <a:xfrm>
            <a:off x="1168399" y="4013198"/>
            <a:ext cx="4419601" cy="732973"/>
          </a:xfrm>
          <a:prstGeom prst="roundRect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3200" b="1" dirty="0">
                <a:latin typeface="+mn-ea"/>
              </a:rPr>
              <a:t>4.IT</a:t>
            </a:r>
            <a:r>
              <a:rPr lang="zh-CN" altLang="en-US" sz="3200" b="1" dirty="0">
                <a:latin typeface="+mn-ea"/>
              </a:rPr>
              <a:t>技能           </a:t>
            </a:r>
            <a:endParaRPr lang="zh-CN" altLang="en-US" sz="3200" b="1" dirty="0">
              <a:latin typeface="+mn-e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1139370" y="4927598"/>
            <a:ext cx="4434115" cy="762001"/>
          </a:xfrm>
          <a:prstGeom prst="roundRect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3200" b="1" dirty="0">
                <a:latin typeface="+mn-ea"/>
              </a:rPr>
              <a:t>5.</a:t>
            </a:r>
            <a:r>
              <a:rPr lang="zh-CN" altLang="en-US" sz="3200" b="1" dirty="0">
                <a:latin typeface="+mn-ea"/>
              </a:rPr>
              <a:t>项目经历</a:t>
            </a:r>
            <a:endParaRPr lang="zh-CN" altLang="en-US" sz="3200" b="1" dirty="0">
              <a:latin typeface="+mn-ea"/>
            </a:endParaRPr>
          </a:p>
        </p:txBody>
      </p:sp>
      <p:sp>
        <p:nvSpPr>
          <p:cNvPr id="80" name="圆角矩形 79"/>
          <p:cNvSpPr/>
          <p:nvPr/>
        </p:nvSpPr>
        <p:spPr>
          <a:xfrm>
            <a:off x="6221730" y="2206625"/>
            <a:ext cx="4884420" cy="732790"/>
          </a:xfrm>
          <a:prstGeom prst="roundRect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3200" b="1" dirty="0">
                <a:solidFill>
                  <a:schemeClr val="tx1"/>
                </a:solidFill>
                <a:latin typeface="+mn-ea"/>
              </a:rPr>
              <a:t>7</a:t>
            </a:r>
            <a:r>
              <a:rPr lang="en-US" altLang="zh-CN" sz="3200" b="1" dirty="0">
                <a:latin typeface="+mn-ea"/>
              </a:rPr>
              <a:t>.</a:t>
            </a:r>
            <a:r>
              <a:rPr lang="zh-CN" altLang="en-US" sz="3200" b="1" dirty="0">
                <a:latin typeface="+mn-ea"/>
              </a:rPr>
              <a:t>工作经验（</a:t>
            </a:r>
            <a:r>
              <a:rPr lang="en-US" altLang="zh-CN" sz="3200" b="1" dirty="0">
                <a:latin typeface="+mn-ea"/>
              </a:rPr>
              <a:t>1</a:t>
            </a:r>
            <a:r>
              <a:rPr lang="zh-CN" altLang="en-US" sz="3200" b="1" dirty="0">
                <a:latin typeface="+mn-ea"/>
              </a:rPr>
              <a:t>年左右）</a:t>
            </a:r>
            <a:endParaRPr lang="zh-CN" altLang="en-US" sz="3200" b="1" dirty="0">
              <a:latin typeface="+mn-ea"/>
            </a:endParaRPr>
          </a:p>
        </p:txBody>
      </p:sp>
      <p:sp>
        <p:nvSpPr>
          <p:cNvPr id="81" name="圆角矩形 80"/>
          <p:cNvSpPr/>
          <p:nvPr/>
        </p:nvSpPr>
        <p:spPr>
          <a:xfrm>
            <a:off x="6221730" y="3134995"/>
            <a:ext cx="4884420" cy="696595"/>
          </a:xfrm>
          <a:prstGeom prst="roundRect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3200" b="1" dirty="0">
                <a:solidFill>
                  <a:schemeClr val="tx1"/>
                </a:solidFill>
                <a:latin typeface="+mn-ea"/>
              </a:rPr>
              <a:t>8</a:t>
            </a:r>
            <a:r>
              <a:rPr lang="en-US" altLang="zh-CN" sz="3200" b="1" dirty="0">
                <a:latin typeface="+mn-ea"/>
              </a:rPr>
              <a:t>.</a:t>
            </a:r>
            <a:r>
              <a:rPr lang="zh-CN" altLang="en-US" sz="3200" b="1" dirty="0">
                <a:latin typeface="+mn-ea"/>
              </a:rPr>
              <a:t>培训经历</a:t>
            </a:r>
            <a:endParaRPr lang="zh-CN" altLang="en-US" sz="3200" b="1" dirty="0">
              <a:latin typeface="+mn-ea"/>
            </a:endParaRPr>
          </a:p>
        </p:txBody>
      </p:sp>
      <p:sp>
        <p:nvSpPr>
          <p:cNvPr id="82" name="圆角矩形 81"/>
          <p:cNvSpPr/>
          <p:nvPr/>
        </p:nvSpPr>
        <p:spPr>
          <a:xfrm>
            <a:off x="6248400" y="4038600"/>
            <a:ext cx="4857750" cy="681990"/>
          </a:xfrm>
          <a:prstGeom prst="roundRect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3200" b="1" dirty="0">
                <a:latin typeface="+mn-ea"/>
              </a:rPr>
              <a:t>9.</a:t>
            </a:r>
            <a:r>
              <a:rPr lang="zh-CN" altLang="en-US" sz="3200" b="1" dirty="0">
                <a:latin typeface="+mn-ea"/>
              </a:rPr>
              <a:t>荣誉证书及奖励</a:t>
            </a:r>
            <a:endParaRPr lang="zh-CN" altLang="en-US" sz="3200" b="1" dirty="0">
              <a:latin typeface="+mn-ea"/>
            </a:endParaRPr>
          </a:p>
        </p:txBody>
      </p:sp>
      <p:sp>
        <p:nvSpPr>
          <p:cNvPr id="83" name="圆角矩形 82"/>
          <p:cNvSpPr/>
          <p:nvPr/>
        </p:nvSpPr>
        <p:spPr>
          <a:xfrm>
            <a:off x="6255446" y="4963795"/>
            <a:ext cx="4874260" cy="725805"/>
          </a:xfrm>
          <a:prstGeom prst="roundRect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3200" b="1" dirty="0">
                <a:latin typeface="+mn-ea"/>
              </a:rPr>
              <a:t>10.</a:t>
            </a:r>
            <a:r>
              <a:rPr lang="zh-CN" altLang="en-US" sz="3200" b="1" dirty="0">
                <a:latin typeface="+mn-ea"/>
              </a:rPr>
              <a:t>自我评价</a:t>
            </a:r>
            <a:r>
              <a:rPr lang="en-US" altLang="zh-CN" sz="3200" b="1" dirty="0">
                <a:latin typeface="+mn-ea"/>
              </a:rPr>
              <a:t>/</a:t>
            </a:r>
            <a:r>
              <a:rPr lang="zh-CN" altLang="en-US" sz="3200" b="1" dirty="0">
                <a:latin typeface="+mn-ea"/>
              </a:rPr>
              <a:t>兴趣爱好</a:t>
            </a:r>
            <a:endParaRPr lang="zh-CN" altLang="en-US" sz="3200" b="1" dirty="0">
              <a:latin typeface="+mn-ea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6186805" y="1371600"/>
            <a:ext cx="4919980" cy="732790"/>
          </a:xfrm>
          <a:prstGeom prst="roundRect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3200" b="1" dirty="0">
                <a:solidFill>
                  <a:schemeClr val="tx1"/>
                </a:solidFill>
                <a:latin typeface="+mn-ea"/>
              </a:rPr>
              <a:t>6</a:t>
            </a:r>
            <a:r>
              <a:rPr lang="en-US" altLang="zh-CN" sz="3200" b="1" dirty="0">
                <a:latin typeface="+mn-ea"/>
              </a:rPr>
              <a:t>.</a:t>
            </a:r>
            <a:r>
              <a:rPr lang="zh-CN" altLang="en-US" sz="3200" b="1" dirty="0">
                <a:latin typeface="+mn-ea"/>
              </a:rPr>
              <a:t>工作经验</a:t>
            </a:r>
            <a:r>
              <a:rPr lang="en-US" altLang="zh-CN" sz="3200" b="1" dirty="0">
                <a:latin typeface="+mn-ea"/>
              </a:rPr>
              <a:t>(2-3</a:t>
            </a:r>
            <a:r>
              <a:rPr lang="zh-CN" altLang="zh-CN" sz="3200" b="1" dirty="0">
                <a:latin typeface="+mn-ea"/>
              </a:rPr>
              <a:t>年</a:t>
            </a:r>
            <a:r>
              <a:rPr lang="en-US" altLang="zh-CN" sz="3200" b="1" dirty="0">
                <a:latin typeface="+mn-ea"/>
              </a:rPr>
              <a:t>)</a:t>
            </a:r>
            <a:endParaRPr lang="en-US" altLang="zh-CN" sz="3200" b="1" dirty="0">
              <a:latin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51230" y="5855335"/>
            <a:ext cx="49549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</a:rPr>
              <a:t>每人制作两份简历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精装简历：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endParaRPr lang="en-US" altLang="zh-CN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>
                <a:solidFill>
                  <a:schemeClr val="bg1"/>
                </a:solidFill>
                <a:sym typeface="+mn-ea"/>
              </a:rPr>
              <a:t>简装简历：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7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9,10</a:t>
            </a:r>
            <a:endParaRPr lang="zh-CN" altLang="en-US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endParaRPr lang="en-US" altLang="zh-CN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0153" y="90805"/>
            <a:ext cx="3142615" cy="7810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044565" y="5925820"/>
            <a:ext cx="58388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备注：第</a:t>
            </a:r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点：有关培训经历</a:t>
            </a:r>
            <a:endParaRPr lang="zh-CN" altLang="en-US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>
                <a:solidFill>
                  <a:schemeClr val="bg1"/>
                </a:solidFill>
              </a:rPr>
              <a:t>无论哪份简历，原则上都不写。如果你是往届，</a:t>
            </a:r>
            <a:r>
              <a:rPr lang="zh-CN" altLang="en-US" b="1">
                <a:solidFill>
                  <a:srgbClr val="FF0000"/>
                </a:solidFill>
              </a:rPr>
              <a:t>非</a:t>
            </a:r>
            <a:r>
              <a:rPr lang="zh-CN" altLang="en-US">
                <a:solidFill>
                  <a:schemeClr val="bg1"/>
                </a:solidFill>
              </a:rPr>
              <a:t>计算机专业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（培训经历可写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zoom/>
      </p:transition>
    </mc:Choice>
    <mc:Fallback>
      <p:transition spd="slow">
        <p:zo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组合 697"/>
          <p:cNvGrpSpPr/>
          <p:nvPr/>
        </p:nvGrpSpPr>
        <p:grpSpPr>
          <a:xfrm>
            <a:off x="13800856" y="1315336"/>
            <a:ext cx="1965110" cy="2206850"/>
            <a:chOff x="1074420" y="1325880"/>
            <a:chExt cx="2428875" cy="3634740"/>
          </a:xfrm>
        </p:grpSpPr>
        <p:sp>
          <p:nvSpPr>
            <p:cNvPr id="699" name="流程图: 决策 698"/>
            <p:cNvSpPr/>
            <p:nvPr/>
          </p:nvSpPr>
          <p:spPr>
            <a:xfrm>
              <a:off x="1074420" y="1325880"/>
              <a:ext cx="2011680" cy="3634740"/>
            </a:xfrm>
            <a:prstGeom prst="flowChartDecision">
              <a:avLst/>
            </a:pr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0" name="任意多边形 699"/>
            <p:cNvSpPr/>
            <p:nvPr/>
          </p:nvSpPr>
          <p:spPr>
            <a:xfrm>
              <a:off x="1531620" y="1577340"/>
              <a:ext cx="1971675" cy="2423160"/>
            </a:xfrm>
            <a:custGeom>
              <a:avLst/>
              <a:gdLst>
                <a:gd name="connsiteX0" fmla="*/ 0 w 1828800"/>
                <a:gd name="connsiteY0" fmla="*/ 2423160 h 2423160"/>
                <a:gd name="connsiteX1" fmla="*/ 1508760 w 1828800"/>
                <a:gd name="connsiteY1" fmla="*/ 0 h 2423160"/>
                <a:gd name="connsiteX2" fmla="*/ 1828800 w 1828800"/>
                <a:gd name="connsiteY2" fmla="*/ 594360 h 2423160"/>
                <a:gd name="connsiteX3" fmla="*/ 22860 w 1828800"/>
                <a:gd name="connsiteY3" fmla="*/ 685800 h 2423160"/>
                <a:gd name="connsiteX4" fmla="*/ 1143000 w 1828800"/>
                <a:gd name="connsiteY4" fmla="*/ 2377440 h 2423160"/>
                <a:gd name="connsiteX5" fmla="*/ 0 w 1828800"/>
                <a:gd name="connsiteY5" fmla="*/ 2423160 h 2423160"/>
                <a:gd name="connsiteX0-1" fmla="*/ 0 w 1971675"/>
                <a:gd name="connsiteY0-2" fmla="*/ 2423160 h 2423160"/>
                <a:gd name="connsiteX1-3" fmla="*/ 1508760 w 1971675"/>
                <a:gd name="connsiteY1-4" fmla="*/ 0 h 2423160"/>
                <a:gd name="connsiteX2-5" fmla="*/ 1971675 w 1971675"/>
                <a:gd name="connsiteY2-6" fmla="*/ 722947 h 2423160"/>
                <a:gd name="connsiteX3-7" fmla="*/ 22860 w 1971675"/>
                <a:gd name="connsiteY3-8" fmla="*/ 685800 h 2423160"/>
                <a:gd name="connsiteX4-9" fmla="*/ 1143000 w 1971675"/>
                <a:gd name="connsiteY4-10" fmla="*/ 2377440 h 2423160"/>
                <a:gd name="connsiteX5-11" fmla="*/ 0 w 1971675"/>
                <a:gd name="connsiteY5-12" fmla="*/ 2423160 h 242316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71675" h="2423160">
                  <a:moveTo>
                    <a:pt x="0" y="2423160"/>
                  </a:moveTo>
                  <a:lnTo>
                    <a:pt x="1508760" y="0"/>
                  </a:lnTo>
                  <a:lnTo>
                    <a:pt x="1971675" y="722947"/>
                  </a:lnTo>
                  <a:lnTo>
                    <a:pt x="22860" y="685800"/>
                  </a:lnTo>
                  <a:lnTo>
                    <a:pt x="1143000" y="2377440"/>
                  </a:lnTo>
                  <a:lnTo>
                    <a:pt x="0" y="2423160"/>
                  </a:lnTo>
                  <a:close/>
                </a:path>
              </a:pathLst>
            </a:cu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1" name="直接连接符 700"/>
            <p:cNvCxnSpPr>
              <a:stCxn id="699" idx="3"/>
              <a:endCxn id="699" idx="1"/>
            </p:cNvCxnSpPr>
            <p:nvPr/>
          </p:nvCxnSpPr>
          <p:spPr>
            <a:xfrm flipH="1">
              <a:off x="1074420" y="3143250"/>
              <a:ext cx="2011680" cy="0"/>
            </a:xfrm>
            <a:prstGeom prst="line">
              <a:avLst/>
            </a:prstGeom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组合 38"/>
          <p:cNvGrpSpPr/>
          <p:nvPr/>
        </p:nvGrpSpPr>
        <p:grpSpPr>
          <a:xfrm>
            <a:off x="220345" y="113657"/>
            <a:ext cx="8040216" cy="1291779"/>
            <a:chOff x="0" y="-8"/>
            <a:chExt cx="8040216" cy="980733"/>
          </a:xfrm>
        </p:grpSpPr>
        <p:sp>
          <p:nvSpPr>
            <p:cNvPr id="59" name="直角三角形 58"/>
            <p:cNvSpPr/>
            <p:nvPr/>
          </p:nvSpPr>
          <p:spPr>
            <a:xfrm flipV="1">
              <a:off x="0" y="-8"/>
              <a:ext cx="8040216" cy="980733"/>
            </a:xfrm>
            <a:prstGeom prst="rtTriangle">
              <a:avLst/>
            </a:prstGeom>
            <a:solidFill>
              <a:srgbClr val="40404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84094" y="108391"/>
              <a:ext cx="433351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简历基本架构</a:t>
              </a:r>
              <a:endPara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0140" y="113665"/>
            <a:ext cx="5257165" cy="67303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3508" y="45720"/>
            <a:ext cx="3142615" cy="781050"/>
          </a:xfrm>
          <a:prstGeom prst="rect">
            <a:avLst/>
          </a:prstGeom>
        </p:spPr>
      </p:pic>
      <p:sp>
        <p:nvSpPr>
          <p:cNvPr id="12" name="圆角矩形 11"/>
          <p:cNvSpPr/>
          <p:nvPr/>
        </p:nvSpPr>
        <p:spPr>
          <a:xfrm>
            <a:off x="210038" y="1541401"/>
            <a:ext cx="3313636" cy="5041563"/>
          </a:xfrm>
          <a:prstGeom prst="roundRect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+mn-ea"/>
              </a:rPr>
              <a:t>遵循</a:t>
            </a:r>
            <a:r>
              <a:rPr lang="en-US" altLang="zh-CN" sz="2800" b="1" dirty="0">
                <a:latin typeface="+mn-ea"/>
              </a:rPr>
              <a:t>star</a:t>
            </a:r>
            <a:r>
              <a:rPr lang="zh-CN" altLang="en-US" sz="2800" b="1" dirty="0">
                <a:latin typeface="+mn-ea"/>
              </a:rPr>
              <a:t>法则</a:t>
            </a:r>
            <a:endParaRPr lang="en-US" altLang="zh-CN" sz="2800" b="1" dirty="0">
              <a:latin typeface="+mn-ea"/>
            </a:endParaRPr>
          </a:p>
          <a:p>
            <a:pPr algn="ctr"/>
            <a:endParaRPr lang="en-US" altLang="zh-CN" sz="2800" b="1" dirty="0">
              <a:latin typeface="+mn-ea"/>
            </a:endParaRPr>
          </a:p>
          <a:p>
            <a:pPr algn="ctr"/>
            <a:r>
              <a:rPr lang="zh-CN" altLang="en-US" b="1" dirty="0">
                <a:latin typeface="+mn-ea"/>
              </a:rPr>
              <a:t> 程序员的简历，一般包含下列内容：</a:t>
            </a:r>
            <a:endParaRPr lang="zh-CN" altLang="en-US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- </a:t>
            </a:r>
            <a:r>
              <a:rPr lang="zh-CN" altLang="en-US" b="1" dirty="0">
                <a:latin typeface="+mn-ea"/>
              </a:rPr>
              <a:t>基本资料</a:t>
            </a:r>
            <a:r>
              <a:rPr lang="en-US" altLang="zh-CN" b="1" dirty="0">
                <a:latin typeface="+mn-ea"/>
              </a:rPr>
              <a:t>(</a:t>
            </a:r>
            <a:r>
              <a:rPr lang="zh-CN" altLang="en-US" b="1" dirty="0">
                <a:latin typeface="+mn-ea"/>
              </a:rPr>
              <a:t>姓名、性别、年龄、婚否、电话、当前在职状态</a:t>
            </a:r>
            <a:r>
              <a:rPr lang="en-US" altLang="zh-CN" b="1" dirty="0">
                <a:latin typeface="+mn-ea"/>
              </a:rPr>
              <a:t>)</a:t>
            </a:r>
            <a:r>
              <a:rPr lang="zh-CN" altLang="en-US" b="1" dirty="0">
                <a:latin typeface="+mn-ea"/>
              </a:rPr>
              <a:t>求职意向</a:t>
            </a:r>
            <a:r>
              <a:rPr lang="en-US" altLang="zh-CN" b="1" dirty="0">
                <a:latin typeface="+mn-ea"/>
              </a:rPr>
              <a:t>(</a:t>
            </a:r>
            <a:r>
              <a:rPr lang="zh-CN" altLang="en-US" b="1" dirty="0">
                <a:latin typeface="+mn-ea"/>
              </a:rPr>
              <a:t>职位、工作地点</a:t>
            </a:r>
            <a:r>
              <a:rPr lang="en-US" altLang="zh-CN" b="1" dirty="0">
                <a:latin typeface="+mn-ea"/>
              </a:rPr>
              <a:t>)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- </a:t>
            </a:r>
            <a:r>
              <a:rPr lang="zh-CN" altLang="en-US" b="1" dirty="0">
                <a:latin typeface="+mn-ea"/>
              </a:rPr>
              <a:t>知识、技能</a:t>
            </a:r>
            <a:endParaRPr lang="zh-CN" altLang="en-US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- </a:t>
            </a:r>
            <a:r>
              <a:rPr lang="zh-CN" altLang="en-US" b="1" dirty="0">
                <a:latin typeface="+mn-ea"/>
              </a:rPr>
              <a:t>自我评价</a:t>
            </a:r>
            <a:endParaRPr lang="zh-CN" altLang="en-US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- </a:t>
            </a:r>
            <a:r>
              <a:rPr lang="zh-CN" altLang="en-US" b="1" dirty="0">
                <a:latin typeface="+mn-ea"/>
              </a:rPr>
              <a:t>教育经历</a:t>
            </a:r>
            <a:endParaRPr lang="zh-CN" altLang="en-US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- </a:t>
            </a:r>
            <a:r>
              <a:rPr lang="zh-CN" altLang="en-US" b="1" dirty="0">
                <a:latin typeface="+mn-ea"/>
              </a:rPr>
              <a:t>工作经历</a:t>
            </a:r>
            <a:endParaRPr lang="zh-CN" altLang="en-US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- </a:t>
            </a:r>
            <a:r>
              <a:rPr lang="zh-CN" altLang="en-US" b="1" dirty="0">
                <a:latin typeface="+mn-ea"/>
              </a:rPr>
              <a:t>项目经验</a:t>
            </a:r>
            <a:endParaRPr lang="zh-CN" altLang="en-US" b="1" dirty="0">
              <a:latin typeface="+mn-ea"/>
            </a:endParaRPr>
          </a:p>
          <a:p>
            <a:pPr marL="171450" indent="-171450" algn="ctr">
              <a:buFontTx/>
              <a:buChar char="-"/>
            </a:pPr>
            <a:r>
              <a:rPr lang="zh-CN" altLang="en-US" b="1" dirty="0">
                <a:latin typeface="+mn-ea"/>
              </a:rPr>
              <a:t>附加信息</a:t>
            </a:r>
            <a:r>
              <a:rPr lang="en-US" altLang="zh-CN" b="1" dirty="0">
                <a:latin typeface="+mn-ea"/>
              </a:rPr>
              <a:t>(</a:t>
            </a:r>
            <a:r>
              <a:rPr lang="zh-CN" altLang="en-US" b="1" dirty="0">
                <a:latin typeface="+mn-ea"/>
              </a:rPr>
              <a:t>比如兴趣爱好、荣誉、博客、开源项目等</a:t>
            </a:r>
            <a:r>
              <a:rPr lang="en-US" altLang="zh-CN" b="1" dirty="0">
                <a:latin typeface="+mn-ea"/>
              </a:rPr>
              <a:t>)</a:t>
            </a:r>
            <a:endParaRPr lang="en-US" altLang="zh-CN" b="1" dirty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wheel spokes="1"/>
      </p:transition>
    </mc:Choice>
    <mc:Fallback>
      <p:transition spd="slow">
        <p:wheel spokes="1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任意多边形 78"/>
          <p:cNvSpPr/>
          <p:nvPr/>
        </p:nvSpPr>
        <p:spPr>
          <a:xfrm flipV="1">
            <a:off x="7413337" y="3632502"/>
            <a:ext cx="2896" cy="8824"/>
          </a:xfrm>
          <a:custGeom>
            <a:avLst/>
            <a:gdLst>
              <a:gd name="connsiteX0" fmla="*/ 873 w 2896"/>
              <a:gd name="connsiteY0" fmla="*/ 8824 h 8824"/>
              <a:gd name="connsiteX1" fmla="*/ 2896 w 2896"/>
              <a:gd name="connsiteY1" fmla="*/ 1127 h 8824"/>
              <a:gd name="connsiteX2" fmla="*/ 2193 w 2896"/>
              <a:gd name="connsiteY2" fmla="*/ 0 h 8824"/>
              <a:gd name="connsiteX3" fmla="*/ 0 w 2896"/>
              <a:gd name="connsiteY3" fmla="*/ 3588 h 8824"/>
              <a:gd name="connsiteX4" fmla="*/ 873 w 2896"/>
              <a:gd name="connsiteY4" fmla="*/ 8824 h 8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96" h="8824">
                <a:moveTo>
                  <a:pt x="873" y="8824"/>
                </a:moveTo>
                <a:lnTo>
                  <a:pt x="2896" y="1127"/>
                </a:lnTo>
                <a:lnTo>
                  <a:pt x="2193" y="0"/>
                </a:lnTo>
                <a:lnTo>
                  <a:pt x="0" y="3588"/>
                </a:lnTo>
                <a:lnTo>
                  <a:pt x="873" y="8824"/>
                </a:lnTo>
                <a:close/>
              </a:path>
            </a:pathLst>
          </a:custGeom>
          <a:solidFill>
            <a:srgbClr val="2289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任意多边形 77"/>
          <p:cNvSpPr/>
          <p:nvPr/>
        </p:nvSpPr>
        <p:spPr>
          <a:xfrm flipV="1">
            <a:off x="7416233" y="3638222"/>
            <a:ext cx="1232" cy="4138"/>
          </a:xfrm>
          <a:custGeom>
            <a:avLst/>
            <a:gdLst>
              <a:gd name="connsiteX0" fmla="*/ 1232 w 1232"/>
              <a:gd name="connsiteY0" fmla="*/ 4138 h 4138"/>
              <a:gd name="connsiteX1" fmla="*/ 567 w 1232"/>
              <a:gd name="connsiteY1" fmla="*/ 0 h 4138"/>
              <a:gd name="connsiteX2" fmla="*/ 0 w 1232"/>
              <a:gd name="connsiteY2" fmla="*/ 2161 h 4138"/>
              <a:gd name="connsiteX3" fmla="*/ 1232 w 1232"/>
              <a:gd name="connsiteY3" fmla="*/ 4138 h 4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2" h="4138">
                <a:moveTo>
                  <a:pt x="1232" y="4138"/>
                </a:moveTo>
                <a:lnTo>
                  <a:pt x="567" y="0"/>
                </a:lnTo>
                <a:lnTo>
                  <a:pt x="0" y="2161"/>
                </a:lnTo>
                <a:lnTo>
                  <a:pt x="1232" y="4138"/>
                </a:lnTo>
                <a:close/>
              </a:path>
            </a:pathLst>
          </a:custGeom>
          <a:solidFill>
            <a:srgbClr val="2289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任意多边形 72"/>
          <p:cNvSpPr/>
          <p:nvPr/>
        </p:nvSpPr>
        <p:spPr>
          <a:xfrm flipV="1">
            <a:off x="7411720" y="3637738"/>
            <a:ext cx="3810" cy="9702"/>
          </a:xfrm>
          <a:custGeom>
            <a:avLst/>
            <a:gdLst>
              <a:gd name="connsiteX0" fmla="*/ 1617 w 3810"/>
              <a:gd name="connsiteY0" fmla="*/ 9702 h 9702"/>
              <a:gd name="connsiteX1" fmla="*/ 3810 w 3810"/>
              <a:gd name="connsiteY1" fmla="*/ 6114 h 9702"/>
              <a:gd name="connsiteX2" fmla="*/ 0 w 3810"/>
              <a:gd name="connsiteY2" fmla="*/ 0 h 9702"/>
              <a:gd name="connsiteX3" fmla="*/ 1617 w 3810"/>
              <a:gd name="connsiteY3" fmla="*/ 9702 h 9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" h="9702">
                <a:moveTo>
                  <a:pt x="1617" y="9702"/>
                </a:moveTo>
                <a:lnTo>
                  <a:pt x="3810" y="6114"/>
                </a:lnTo>
                <a:lnTo>
                  <a:pt x="0" y="0"/>
                </a:lnTo>
                <a:lnTo>
                  <a:pt x="1617" y="9702"/>
                </a:lnTo>
                <a:close/>
              </a:path>
            </a:pathLst>
          </a:custGeom>
          <a:solidFill>
            <a:srgbClr val="2289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直角三角形 117"/>
          <p:cNvSpPr/>
          <p:nvPr/>
        </p:nvSpPr>
        <p:spPr>
          <a:xfrm flipH="1" flipV="1">
            <a:off x="4181048" y="-1547"/>
            <a:ext cx="8010952" cy="980733"/>
          </a:xfrm>
          <a:prstGeom prst="rtTriangle">
            <a:avLst/>
          </a:prstGeom>
          <a:solidFill>
            <a:srgbClr val="4040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0" name="组合 119"/>
          <p:cNvGrpSpPr/>
          <p:nvPr/>
        </p:nvGrpSpPr>
        <p:grpSpPr>
          <a:xfrm>
            <a:off x="431530" y="799295"/>
            <a:ext cx="3901918" cy="5564211"/>
            <a:chOff x="279130" y="1340768"/>
            <a:chExt cx="3901918" cy="5564211"/>
          </a:xfrm>
        </p:grpSpPr>
        <p:sp>
          <p:nvSpPr>
            <p:cNvPr id="121" name="任意多边形 120"/>
            <p:cNvSpPr/>
            <p:nvPr/>
          </p:nvSpPr>
          <p:spPr>
            <a:xfrm>
              <a:off x="1571704" y="139452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任意多边形 121"/>
            <p:cNvSpPr/>
            <p:nvPr/>
          </p:nvSpPr>
          <p:spPr>
            <a:xfrm>
              <a:off x="2738021" y="1393020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2D79B6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任意多边形 122"/>
            <p:cNvSpPr/>
            <p:nvPr/>
          </p:nvSpPr>
          <p:spPr>
            <a:xfrm>
              <a:off x="3323243" y="1393020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任意多边形 123"/>
            <p:cNvSpPr/>
            <p:nvPr/>
          </p:nvSpPr>
          <p:spPr>
            <a:xfrm>
              <a:off x="1836852" y="176923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任意多边形 124"/>
            <p:cNvSpPr/>
            <p:nvPr/>
          </p:nvSpPr>
          <p:spPr>
            <a:xfrm>
              <a:off x="3001026" y="176923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任意多边形 125"/>
            <p:cNvSpPr/>
            <p:nvPr/>
          </p:nvSpPr>
          <p:spPr>
            <a:xfrm>
              <a:off x="1541276" y="2145449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29C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任意多边形 126"/>
            <p:cNvSpPr/>
            <p:nvPr/>
          </p:nvSpPr>
          <p:spPr>
            <a:xfrm>
              <a:off x="2122319" y="2145449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任意多边形 127"/>
            <p:cNvSpPr/>
            <p:nvPr/>
          </p:nvSpPr>
          <p:spPr>
            <a:xfrm>
              <a:off x="2711721" y="2145449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任意多边形 128"/>
            <p:cNvSpPr/>
            <p:nvPr/>
          </p:nvSpPr>
          <p:spPr>
            <a:xfrm>
              <a:off x="3288583" y="213708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任意多边形 129"/>
            <p:cNvSpPr/>
            <p:nvPr/>
          </p:nvSpPr>
          <p:spPr>
            <a:xfrm>
              <a:off x="2387142" y="2521663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任意多边形 130"/>
            <p:cNvSpPr/>
            <p:nvPr/>
          </p:nvSpPr>
          <p:spPr>
            <a:xfrm>
              <a:off x="2986472" y="2521663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任意多边形 131"/>
            <p:cNvSpPr/>
            <p:nvPr/>
          </p:nvSpPr>
          <p:spPr>
            <a:xfrm>
              <a:off x="3557586" y="2521663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任意多边形 132"/>
            <p:cNvSpPr/>
            <p:nvPr/>
          </p:nvSpPr>
          <p:spPr>
            <a:xfrm>
              <a:off x="2678599" y="289787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任意多边形 133"/>
            <p:cNvSpPr/>
            <p:nvPr/>
          </p:nvSpPr>
          <p:spPr>
            <a:xfrm>
              <a:off x="3254297" y="289787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任意多边形 134"/>
            <p:cNvSpPr/>
            <p:nvPr/>
          </p:nvSpPr>
          <p:spPr>
            <a:xfrm>
              <a:off x="2654680" y="3650306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任意多边形 135"/>
            <p:cNvSpPr/>
            <p:nvPr/>
          </p:nvSpPr>
          <p:spPr>
            <a:xfrm>
              <a:off x="2949910" y="4030331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任意多边形 136"/>
            <p:cNvSpPr/>
            <p:nvPr/>
          </p:nvSpPr>
          <p:spPr>
            <a:xfrm>
              <a:off x="2342597" y="4775140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任意多边形 137"/>
            <p:cNvSpPr/>
            <p:nvPr/>
          </p:nvSpPr>
          <p:spPr>
            <a:xfrm>
              <a:off x="2925279" y="4786570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任意多边形 138"/>
            <p:cNvSpPr/>
            <p:nvPr/>
          </p:nvSpPr>
          <p:spPr>
            <a:xfrm>
              <a:off x="2023265" y="516532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任意多边形 139"/>
            <p:cNvSpPr/>
            <p:nvPr/>
          </p:nvSpPr>
          <p:spPr>
            <a:xfrm>
              <a:off x="2612297" y="517040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任意多边形 140"/>
            <p:cNvSpPr/>
            <p:nvPr/>
          </p:nvSpPr>
          <p:spPr>
            <a:xfrm>
              <a:off x="3222919" y="515516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任意多边形 141"/>
            <p:cNvSpPr/>
            <p:nvPr/>
          </p:nvSpPr>
          <p:spPr>
            <a:xfrm>
              <a:off x="1111192" y="553137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任意多边形 142"/>
            <p:cNvSpPr/>
            <p:nvPr/>
          </p:nvSpPr>
          <p:spPr>
            <a:xfrm>
              <a:off x="1710385" y="5529600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任意多边形 143"/>
            <p:cNvSpPr/>
            <p:nvPr/>
          </p:nvSpPr>
          <p:spPr>
            <a:xfrm>
              <a:off x="2309577" y="553645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任意多边形 144"/>
            <p:cNvSpPr/>
            <p:nvPr/>
          </p:nvSpPr>
          <p:spPr>
            <a:xfrm>
              <a:off x="2931629" y="554153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任意多边形 145"/>
            <p:cNvSpPr/>
            <p:nvPr/>
          </p:nvSpPr>
          <p:spPr>
            <a:xfrm>
              <a:off x="1876908" y="138884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任意多边形 146"/>
            <p:cNvSpPr/>
            <p:nvPr/>
          </p:nvSpPr>
          <p:spPr>
            <a:xfrm>
              <a:off x="2455860" y="139302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任意多边形 147"/>
            <p:cNvSpPr/>
            <p:nvPr/>
          </p:nvSpPr>
          <p:spPr>
            <a:xfrm>
              <a:off x="2144093" y="1769234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27C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任意多边形 148"/>
            <p:cNvSpPr/>
            <p:nvPr/>
          </p:nvSpPr>
          <p:spPr>
            <a:xfrm>
              <a:off x="2718865" y="1769234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任意多边形 149"/>
            <p:cNvSpPr/>
            <p:nvPr/>
          </p:nvSpPr>
          <p:spPr>
            <a:xfrm>
              <a:off x="1850608" y="2149629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任意多边形 150"/>
            <p:cNvSpPr/>
            <p:nvPr/>
          </p:nvSpPr>
          <p:spPr>
            <a:xfrm>
              <a:off x="2429560" y="2157641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任意多边形 151"/>
            <p:cNvSpPr/>
            <p:nvPr/>
          </p:nvSpPr>
          <p:spPr>
            <a:xfrm>
              <a:off x="3587465" y="2145449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2C78BA"/>
            </a:solidFill>
            <a:ln>
              <a:solidFill>
                <a:srgbClr val="1F6BA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任意多边形 152"/>
            <p:cNvSpPr/>
            <p:nvPr/>
          </p:nvSpPr>
          <p:spPr>
            <a:xfrm>
              <a:off x="2690203" y="2521663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solidFill>
                <a:srgbClr val="1F6BA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任意多边形 153"/>
            <p:cNvSpPr/>
            <p:nvPr/>
          </p:nvSpPr>
          <p:spPr>
            <a:xfrm>
              <a:off x="1821666" y="289787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任意多边形 154"/>
            <p:cNvSpPr/>
            <p:nvPr/>
          </p:nvSpPr>
          <p:spPr>
            <a:xfrm>
              <a:off x="2971210" y="289787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任意多边形 155"/>
            <p:cNvSpPr/>
            <p:nvPr/>
          </p:nvSpPr>
          <p:spPr>
            <a:xfrm>
              <a:off x="2678835" y="3276727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任意多边形 156"/>
            <p:cNvSpPr/>
            <p:nvPr/>
          </p:nvSpPr>
          <p:spPr>
            <a:xfrm>
              <a:off x="3266856" y="3275282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任意多边形 157"/>
            <p:cNvSpPr/>
            <p:nvPr/>
          </p:nvSpPr>
          <p:spPr>
            <a:xfrm>
              <a:off x="1795744" y="3661482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9" name="任意多边形 158"/>
            <p:cNvSpPr/>
            <p:nvPr/>
          </p:nvSpPr>
          <p:spPr>
            <a:xfrm>
              <a:off x="2965847" y="365689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任意多边形 159"/>
            <p:cNvSpPr/>
            <p:nvPr/>
          </p:nvSpPr>
          <p:spPr>
            <a:xfrm>
              <a:off x="2657299" y="4035411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任意多边形 160"/>
            <p:cNvSpPr/>
            <p:nvPr/>
          </p:nvSpPr>
          <p:spPr>
            <a:xfrm>
              <a:off x="3253661" y="4026521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2" name="任意多边形 161"/>
            <p:cNvSpPr/>
            <p:nvPr/>
          </p:nvSpPr>
          <p:spPr>
            <a:xfrm>
              <a:off x="2949990" y="440511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任意多边形 162"/>
            <p:cNvSpPr/>
            <p:nvPr/>
          </p:nvSpPr>
          <p:spPr>
            <a:xfrm>
              <a:off x="1461534" y="4772854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任意多边形 163"/>
            <p:cNvSpPr/>
            <p:nvPr/>
          </p:nvSpPr>
          <p:spPr>
            <a:xfrm>
              <a:off x="2654258" y="477895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任意多边形 164"/>
            <p:cNvSpPr/>
            <p:nvPr/>
          </p:nvSpPr>
          <p:spPr>
            <a:xfrm>
              <a:off x="1739870" y="516253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任意多边形 165"/>
            <p:cNvSpPr/>
            <p:nvPr/>
          </p:nvSpPr>
          <p:spPr>
            <a:xfrm>
              <a:off x="2332763" y="516476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任意多边形 166"/>
            <p:cNvSpPr/>
            <p:nvPr/>
          </p:nvSpPr>
          <p:spPr>
            <a:xfrm>
              <a:off x="2925228" y="5175484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8" name="任意多边形 167"/>
            <p:cNvSpPr/>
            <p:nvPr/>
          </p:nvSpPr>
          <p:spPr>
            <a:xfrm>
              <a:off x="1424704" y="553645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9" name="任意多边形 168"/>
            <p:cNvSpPr/>
            <p:nvPr/>
          </p:nvSpPr>
          <p:spPr>
            <a:xfrm>
              <a:off x="2024876" y="553645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0" name="任意多边形 169"/>
            <p:cNvSpPr/>
            <p:nvPr/>
          </p:nvSpPr>
          <p:spPr>
            <a:xfrm>
              <a:off x="2631398" y="554534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任意多边形 170"/>
            <p:cNvSpPr/>
            <p:nvPr/>
          </p:nvSpPr>
          <p:spPr>
            <a:xfrm>
              <a:off x="1111480" y="5910053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任意多边形 171"/>
            <p:cNvSpPr/>
            <p:nvPr/>
          </p:nvSpPr>
          <p:spPr>
            <a:xfrm>
              <a:off x="1714192" y="5917673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任意多边形 172"/>
            <p:cNvSpPr/>
            <p:nvPr/>
          </p:nvSpPr>
          <p:spPr>
            <a:xfrm>
              <a:off x="2336227" y="630888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任意多边形 173"/>
            <p:cNvSpPr/>
            <p:nvPr/>
          </p:nvSpPr>
          <p:spPr>
            <a:xfrm>
              <a:off x="1401570" y="629110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任意多边形 174"/>
            <p:cNvSpPr/>
            <p:nvPr/>
          </p:nvSpPr>
          <p:spPr>
            <a:xfrm>
              <a:off x="2656005" y="631396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任意多边形 175"/>
            <p:cNvSpPr/>
            <p:nvPr/>
          </p:nvSpPr>
          <p:spPr>
            <a:xfrm>
              <a:off x="1226381" y="2526172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任意多边形 176"/>
            <p:cNvSpPr/>
            <p:nvPr/>
          </p:nvSpPr>
          <p:spPr>
            <a:xfrm>
              <a:off x="1527701" y="252425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任意多边形 177"/>
            <p:cNvSpPr/>
            <p:nvPr/>
          </p:nvSpPr>
          <p:spPr>
            <a:xfrm>
              <a:off x="632162" y="2526172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任意多边形 178"/>
            <p:cNvSpPr/>
            <p:nvPr/>
          </p:nvSpPr>
          <p:spPr>
            <a:xfrm>
              <a:off x="1231937" y="289787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任意多边形 179"/>
            <p:cNvSpPr/>
            <p:nvPr/>
          </p:nvSpPr>
          <p:spPr>
            <a:xfrm>
              <a:off x="1797377" y="327904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任意多边形 180"/>
            <p:cNvSpPr/>
            <p:nvPr/>
          </p:nvSpPr>
          <p:spPr>
            <a:xfrm>
              <a:off x="1513614" y="327644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任意多边形 181"/>
            <p:cNvSpPr/>
            <p:nvPr/>
          </p:nvSpPr>
          <p:spPr>
            <a:xfrm>
              <a:off x="3231998" y="5934183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任意多边形 182"/>
            <p:cNvSpPr/>
            <p:nvPr/>
          </p:nvSpPr>
          <p:spPr>
            <a:xfrm>
              <a:off x="3516412" y="6320750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任意多边形 183"/>
            <p:cNvSpPr/>
            <p:nvPr/>
          </p:nvSpPr>
          <p:spPr>
            <a:xfrm>
              <a:off x="1819642" y="2526505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任意多边形 184"/>
            <p:cNvSpPr/>
            <p:nvPr/>
          </p:nvSpPr>
          <p:spPr>
            <a:xfrm>
              <a:off x="2390610" y="289600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  <a:effectLst>
              <a:reflection blurRad="6350" stA="50000" endA="300" endPos="5550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任意多边形 185"/>
            <p:cNvSpPr/>
            <p:nvPr/>
          </p:nvSpPr>
          <p:spPr>
            <a:xfrm>
              <a:off x="647941" y="135121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任意多边形 186"/>
            <p:cNvSpPr/>
            <p:nvPr/>
          </p:nvSpPr>
          <p:spPr>
            <a:xfrm>
              <a:off x="331368" y="174833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任意多边形 187"/>
            <p:cNvSpPr/>
            <p:nvPr/>
          </p:nvSpPr>
          <p:spPr>
            <a:xfrm>
              <a:off x="623745" y="2145449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任意多边形 188"/>
            <p:cNvSpPr/>
            <p:nvPr/>
          </p:nvSpPr>
          <p:spPr>
            <a:xfrm>
              <a:off x="1219418" y="2145449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任意多边形 189"/>
            <p:cNvSpPr/>
            <p:nvPr/>
          </p:nvSpPr>
          <p:spPr>
            <a:xfrm>
              <a:off x="602221" y="2928249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1" name="任意多边形 190"/>
            <p:cNvSpPr/>
            <p:nvPr/>
          </p:nvSpPr>
          <p:spPr>
            <a:xfrm>
              <a:off x="281682" y="334060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任意多边形 191"/>
            <p:cNvSpPr/>
            <p:nvPr/>
          </p:nvSpPr>
          <p:spPr>
            <a:xfrm>
              <a:off x="579361" y="3737720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任意多边形 192"/>
            <p:cNvSpPr/>
            <p:nvPr/>
          </p:nvSpPr>
          <p:spPr>
            <a:xfrm>
              <a:off x="589731" y="6513716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任意多边形 193"/>
            <p:cNvSpPr/>
            <p:nvPr/>
          </p:nvSpPr>
          <p:spPr>
            <a:xfrm>
              <a:off x="1185404" y="6513716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任意多边形 194"/>
            <p:cNvSpPr/>
            <p:nvPr/>
          </p:nvSpPr>
          <p:spPr>
            <a:xfrm>
              <a:off x="352822" y="134318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任意多边形 195"/>
            <p:cNvSpPr/>
            <p:nvPr/>
          </p:nvSpPr>
          <p:spPr>
            <a:xfrm>
              <a:off x="961453" y="134076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7" name="任意多边形 196"/>
            <p:cNvSpPr/>
            <p:nvPr/>
          </p:nvSpPr>
          <p:spPr>
            <a:xfrm>
              <a:off x="644880" y="1737883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任意多边形 197"/>
            <p:cNvSpPr/>
            <p:nvPr/>
          </p:nvSpPr>
          <p:spPr>
            <a:xfrm>
              <a:off x="936372" y="213499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9" name="任意多边形 198"/>
            <p:cNvSpPr/>
            <p:nvPr/>
          </p:nvSpPr>
          <p:spPr>
            <a:xfrm>
              <a:off x="938593" y="2532114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任意多边形 199"/>
            <p:cNvSpPr/>
            <p:nvPr/>
          </p:nvSpPr>
          <p:spPr>
            <a:xfrm>
              <a:off x="908113" y="2902559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1" name="任意多边形 200"/>
            <p:cNvSpPr/>
            <p:nvPr/>
          </p:nvSpPr>
          <p:spPr>
            <a:xfrm>
              <a:off x="595194" y="3330154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任意多边形 201"/>
            <p:cNvSpPr/>
            <p:nvPr/>
          </p:nvSpPr>
          <p:spPr>
            <a:xfrm>
              <a:off x="286750" y="3727269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3" name="任意多边形 202"/>
            <p:cNvSpPr/>
            <p:nvPr/>
          </p:nvSpPr>
          <p:spPr>
            <a:xfrm>
              <a:off x="584338" y="4124384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任意多边形 203"/>
            <p:cNvSpPr/>
            <p:nvPr/>
          </p:nvSpPr>
          <p:spPr>
            <a:xfrm>
              <a:off x="279130" y="451769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5" name="任意多边形 204"/>
            <p:cNvSpPr/>
            <p:nvPr/>
          </p:nvSpPr>
          <p:spPr>
            <a:xfrm>
              <a:off x="355330" y="4914805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" name="任意多边形 205"/>
            <p:cNvSpPr/>
            <p:nvPr/>
          </p:nvSpPr>
          <p:spPr>
            <a:xfrm>
              <a:off x="961453" y="4914805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" name="任意多边形 206"/>
            <p:cNvSpPr/>
            <p:nvPr/>
          </p:nvSpPr>
          <p:spPr>
            <a:xfrm>
              <a:off x="637295" y="531192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8" name="任意多边形 207"/>
            <p:cNvSpPr/>
            <p:nvPr/>
          </p:nvSpPr>
          <p:spPr>
            <a:xfrm>
              <a:off x="1243418" y="531192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" name="任意多边形 208"/>
            <p:cNvSpPr/>
            <p:nvPr/>
          </p:nvSpPr>
          <p:spPr>
            <a:xfrm>
              <a:off x="328660" y="5705225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" name="任意多边形 209"/>
            <p:cNvSpPr/>
            <p:nvPr/>
          </p:nvSpPr>
          <p:spPr>
            <a:xfrm>
              <a:off x="930973" y="5709035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1" name="任意多边形 210"/>
            <p:cNvSpPr/>
            <p:nvPr/>
          </p:nvSpPr>
          <p:spPr>
            <a:xfrm>
              <a:off x="612631" y="609853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2" name="任意多边形 211"/>
            <p:cNvSpPr/>
            <p:nvPr/>
          </p:nvSpPr>
          <p:spPr>
            <a:xfrm>
              <a:off x="892793" y="650326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3" name="任意多边形 212"/>
            <p:cNvSpPr/>
            <p:nvPr/>
          </p:nvSpPr>
          <p:spPr>
            <a:xfrm>
              <a:off x="1498916" y="649564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任意多边形 213"/>
            <p:cNvSpPr/>
            <p:nvPr/>
          </p:nvSpPr>
          <p:spPr>
            <a:xfrm>
              <a:off x="1500932" y="6099157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4" name="任意多边形 103"/>
          <p:cNvSpPr/>
          <p:nvPr/>
        </p:nvSpPr>
        <p:spPr>
          <a:xfrm rot="16200000">
            <a:off x="4532698" y="3263372"/>
            <a:ext cx="527954" cy="304152"/>
          </a:xfrm>
          <a:custGeom>
            <a:avLst/>
            <a:gdLst>
              <a:gd name="connsiteX0" fmla="*/ 350520 w 721360"/>
              <a:gd name="connsiteY0" fmla="*/ 472440 h 472440"/>
              <a:gd name="connsiteX1" fmla="*/ 721360 w 721360"/>
              <a:gd name="connsiteY1" fmla="*/ 10160 h 472440"/>
              <a:gd name="connsiteX2" fmla="*/ 0 w 721360"/>
              <a:gd name="connsiteY2" fmla="*/ 0 h 472440"/>
              <a:gd name="connsiteX3" fmla="*/ 350520 w 721360"/>
              <a:gd name="connsiteY3" fmla="*/ 472440 h 47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1360" h="472440">
                <a:moveTo>
                  <a:pt x="350520" y="472440"/>
                </a:moveTo>
                <a:lnTo>
                  <a:pt x="721360" y="10160"/>
                </a:lnTo>
                <a:lnTo>
                  <a:pt x="0" y="0"/>
                </a:lnTo>
                <a:lnTo>
                  <a:pt x="350520" y="47244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358" y="71755"/>
            <a:ext cx="3142615" cy="781050"/>
          </a:xfrm>
          <a:prstGeom prst="rect">
            <a:avLst/>
          </a:prstGeom>
        </p:spPr>
      </p:pic>
      <p:sp>
        <p:nvSpPr>
          <p:cNvPr id="107" name="矩形 106"/>
          <p:cNvSpPr/>
          <p:nvPr/>
        </p:nvSpPr>
        <p:spPr>
          <a:xfrm>
            <a:off x="5276515" y="3086027"/>
            <a:ext cx="5270400" cy="714725"/>
          </a:xfrm>
          <a:prstGeom prst="rect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华文琥珀" panose="02010800040101010101" pitchFamily="2" charset="-122"/>
                <a:ea typeface="华文琥珀" panose="02010800040101010101" pitchFamily="2" charset="-122"/>
              </a:rPr>
              <a:t>网上简历注册</a:t>
            </a:r>
            <a:r>
              <a:rPr lang="zh-CN" altLang="en-US" sz="3200">
                <a:latin typeface="华文琥珀" panose="02010800040101010101" pitchFamily="2" charset="-122"/>
                <a:ea typeface="华文琥珀" panose="02010800040101010101" pitchFamily="2" charset="-122"/>
              </a:rPr>
              <a:t>和初步制作</a:t>
            </a:r>
            <a:endParaRPr lang="zh-CN" altLang="en-US" sz="32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wipe/>
      </p:transition>
    </mc:Choice>
    <mc:Fallback>
      <p:transition spd="slow"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组合 697"/>
          <p:cNvGrpSpPr/>
          <p:nvPr/>
        </p:nvGrpSpPr>
        <p:grpSpPr>
          <a:xfrm>
            <a:off x="13800856" y="1315336"/>
            <a:ext cx="1965110" cy="2206850"/>
            <a:chOff x="1074420" y="1325880"/>
            <a:chExt cx="2428875" cy="3634740"/>
          </a:xfrm>
        </p:grpSpPr>
        <p:sp>
          <p:nvSpPr>
            <p:cNvPr id="699" name="流程图: 决策 698"/>
            <p:cNvSpPr/>
            <p:nvPr/>
          </p:nvSpPr>
          <p:spPr>
            <a:xfrm>
              <a:off x="1074420" y="1325880"/>
              <a:ext cx="2011680" cy="3634740"/>
            </a:xfrm>
            <a:prstGeom prst="flowChartDecision">
              <a:avLst/>
            </a:pr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0" name="任意多边形 699"/>
            <p:cNvSpPr/>
            <p:nvPr/>
          </p:nvSpPr>
          <p:spPr>
            <a:xfrm>
              <a:off x="1531620" y="1577340"/>
              <a:ext cx="1971675" cy="2423160"/>
            </a:xfrm>
            <a:custGeom>
              <a:avLst/>
              <a:gdLst>
                <a:gd name="connsiteX0" fmla="*/ 0 w 1828800"/>
                <a:gd name="connsiteY0" fmla="*/ 2423160 h 2423160"/>
                <a:gd name="connsiteX1" fmla="*/ 1508760 w 1828800"/>
                <a:gd name="connsiteY1" fmla="*/ 0 h 2423160"/>
                <a:gd name="connsiteX2" fmla="*/ 1828800 w 1828800"/>
                <a:gd name="connsiteY2" fmla="*/ 594360 h 2423160"/>
                <a:gd name="connsiteX3" fmla="*/ 22860 w 1828800"/>
                <a:gd name="connsiteY3" fmla="*/ 685800 h 2423160"/>
                <a:gd name="connsiteX4" fmla="*/ 1143000 w 1828800"/>
                <a:gd name="connsiteY4" fmla="*/ 2377440 h 2423160"/>
                <a:gd name="connsiteX5" fmla="*/ 0 w 1828800"/>
                <a:gd name="connsiteY5" fmla="*/ 2423160 h 2423160"/>
                <a:gd name="connsiteX0-1" fmla="*/ 0 w 1971675"/>
                <a:gd name="connsiteY0-2" fmla="*/ 2423160 h 2423160"/>
                <a:gd name="connsiteX1-3" fmla="*/ 1508760 w 1971675"/>
                <a:gd name="connsiteY1-4" fmla="*/ 0 h 2423160"/>
                <a:gd name="connsiteX2-5" fmla="*/ 1971675 w 1971675"/>
                <a:gd name="connsiteY2-6" fmla="*/ 722947 h 2423160"/>
                <a:gd name="connsiteX3-7" fmla="*/ 22860 w 1971675"/>
                <a:gd name="connsiteY3-8" fmla="*/ 685800 h 2423160"/>
                <a:gd name="connsiteX4-9" fmla="*/ 1143000 w 1971675"/>
                <a:gd name="connsiteY4-10" fmla="*/ 2377440 h 2423160"/>
                <a:gd name="connsiteX5-11" fmla="*/ 0 w 1971675"/>
                <a:gd name="connsiteY5-12" fmla="*/ 2423160 h 242316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71675" h="2423160">
                  <a:moveTo>
                    <a:pt x="0" y="2423160"/>
                  </a:moveTo>
                  <a:lnTo>
                    <a:pt x="1508760" y="0"/>
                  </a:lnTo>
                  <a:lnTo>
                    <a:pt x="1971675" y="722947"/>
                  </a:lnTo>
                  <a:lnTo>
                    <a:pt x="22860" y="685800"/>
                  </a:lnTo>
                  <a:lnTo>
                    <a:pt x="1143000" y="2377440"/>
                  </a:lnTo>
                  <a:lnTo>
                    <a:pt x="0" y="2423160"/>
                  </a:lnTo>
                  <a:close/>
                </a:path>
              </a:pathLst>
            </a:cu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1" name="直接连接符 700"/>
            <p:cNvCxnSpPr>
              <a:stCxn id="699" idx="3"/>
              <a:endCxn id="699" idx="1"/>
            </p:cNvCxnSpPr>
            <p:nvPr/>
          </p:nvCxnSpPr>
          <p:spPr>
            <a:xfrm flipH="1">
              <a:off x="1074420" y="3143250"/>
              <a:ext cx="2011680" cy="0"/>
            </a:xfrm>
            <a:prstGeom prst="line">
              <a:avLst/>
            </a:prstGeom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Line 38"/>
          <p:cNvSpPr>
            <a:spLocks noChangeShapeType="1"/>
          </p:cNvSpPr>
          <p:nvPr/>
        </p:nvSpPr>
        <p:spPr bwMode="auto">
          <a:xfrm>
            <a:off x="425450" y="6178550"/>
            <a:ext cx="82169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63"/>
          <p:cNvSpPr>
            <a:spLocks noChangeShapeType="1"/>
          </p:cNvSpPr>
          <p:nvPr/>
        </p:nvSpPr>
        <p:spPr bwMode="auto">
          <a:xfrm flipV="1">
            <a:off x="425450" y="1814286"/>
            <a:ext cx="2158093" cy="4364264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9" name="组合 48"/>
          <p:cNvGrpSpPr/>
          <p:nvPr/>
        </p:nvGrpSpPr>
        <p:grpSpPr>
          <a:xfrm>
            <a:off x="0" y="-8"/>
            <a:ext cx="8040216" cy="1146638"/>
            <a:chOff x="0" y="-8"/>
            <a:chExt cx="8040216" cy="860867"/>
          </a:xfrm>
        </p:grpSpPr>
        <p:sp>
          <p:nvSpPr>
            <p:cNvPr id="50" name="直角三角形 49"/>
            <p:cNvSpPr/>
            <p:nvPr/>
          </p:nvSpPr>
          <p:spPr>
            <a:xfrm flipV="1">
              <a:off x="0" y="-8"/>
              <a:ext cx="8040216" cy="860867"/>
            </a:xfrm>
            <a:prstGeom prst="rtTriangle">
              <a:avLst/>
            </a:prstGeom>
            <a:solidFill>
              <a:srgbClr val="40404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84094" y="108391"/>
              <a:ext cx="4333510" cy="4390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常用求职网站</a:t>
              </a:r>
              <a:endPara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9203" y="65405"/>
            <a:ext cx="3142615" cy="781050"/>
          </a:xfrm>
          <a:prstGeom prst="rect">
            <a:avLst/>
          </a:prstGeom>
        </p:spPr>
      </p:pic>
      <p:pic>
        <p:nvPicPr>
          <p:cNvPr id="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50" y="1171723"/>
            <a:ext cx="3059113" cy="1347787"/>
          </a:xfrm>
          <a:prstGeom prst="rect">
            <a:avLst/>
          </a:prstGeom>
          <a:noFill/>
          <a:ln w="12700">
            <a:solidFill>
              <a:srgbClr val="C55A11"/>
            </a:solidFill>
            <a:miter lim="800000"/>
            <a:headEnd/>
            <a:tailEnd/>
          </a:ln>
          <a:effectLst>
            <a:prstShdw prst="shdw13" dist="53882">
              <a:schemeClr val="bg1">
                <a:alpha val="65999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8" descr="BOSS直聘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907" y="1398911"/>
            <a:ext cx="2314575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617" y="1243337"/>
            <a:ext cx="3317875" cy="1312862"/>
          </a:xfrm>
          <a:prstGeom prst="rect">
            <a:avLst/>
          </a:prstGeom>
          <a:noFill/>
          <a:ln w="12700">
            <a:solidFill>
              <a:srgbClr val="C55A11"/>
            </a:solidFill>
            <a:miter lim="800000"/>
            <a:headEnd/>
            <a:tailEnd/>
          </a:ln>
          <a:effectLst>
            <a:prstShdw prst="shdw13" dist="53882">
              <a:schemeClr val="bg1">
                <a:alpha val="65999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图片 21521" descr="QQ截图2015102910284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50" y="3039257"/>
            <a:ext cx="3168650" cy="104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7941" y="2939244"/>
            <a:ext cx="3451225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Box 6"/>
          <p:cNvSpPr txBox="1">
            <a:spLocks noChangeArrowheads="1"/>
          </p:cNvSpPr>
          <p:nvPr/>
        </p:nvSpPr>
        <p:spPr bwMode="auto">
          <a:xfrm>
            <a:off x="425450" y="4798312"/>
            <a:ext cx="8429625" cy="1246188"/>
          </a:xfrm>
          <a:prstGeom prst="rect">
            <a:avLst/>
          </a:prstGeom>
          <a:noFill/>
          <a:ln w="9525">
            <a:solidFill>
              <a:srgbClr val="843C0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3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x-none" sz="2000" b="1" dirty="0">
                <a:solidFill>
                  <a:schemeClr val="bg1"/>
                </a:solidFill>
                <a:latin typeface="宋体" panose="02010600030101010101" pitchFamily="2" charset="-122"/>
              </a:rPr>
              <a:t>58</a:t>
            </a:r>
            <a:r>
              <a:rPr lang="zh-CN" altLang="en-US" sz="2000" b="1" dirty="0">
                <a:solidFill>
                  <a:schemeClr val="bg1"/>
                </a:solidFill>
                <a:latin typeface="宋体" panose="02010600030101010101" pitchFamily="2" charset="-122"/>
              </a:rPr>
              <a:t>同城招聘   赶集网招聘   我的工作网   卓博人才网      </a:t>
            </a:r>
            <a:r>
              <a:rPr lang="en-US" altLang="x-none" sz="2000" b="1" dirty="0">
                <a:solidFill>
                  <a:schemeClr val="bg1"/>
                </a:solidFill>
                <a:latin typeface="宋体" panose="02010600030101010101" pitchFamily="2" charset="-122"/>
              </a:rPr>
              <a:t>528</a:t>
            </a:r>
            <a:r>
              <a:rPr lang="zh-CN" altLang="en-US" sz="2000" b="1" dirty="0">
                <a:solidFill>
                  <a:schemeClr val="bg1"/>
                </a:solidFill>
                <a:latin typeface="宋体" panose="02010600030101010101" pitchFamily="2" charset="-122"/>
              </a:rPr>
              <a:t>招聘网</a:t>
            </a:r>
            <a:endParaRPr lang="en-US" altLang="x-none" sz="2000" b="1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ts val="3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宋体" panose="02010600030101010101" pitchFamily="2" charset="-122"/>
              </a:rPr>
              <a:t>百伯网招聘</a:t>
            </a:r>
            <a:r>
              <a:rPr lang="en-US" altLang="x-none" sz="2000" b="1" dirty="0">
                <a:solidFill>
                  <a:schemeClr val="bg1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000" b="1" dirty="0">
                <a:solidFill>
                  <a:schemeClr val="bg1"/>
                </a:solidFill>
                <a:latin typeface="宋体" panose="02010600030101010101" pitchFamily="2" charset="-122"/>
              </a:rPr>
              <a:t>智通人才网   猎聘网     中国人才热线     百才招聘网</a:t>
            </a:r>
            <a:endParaRPr lang="en-US" altLang="x-none" sz="2000" b="1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ts val="3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宋体" panose="02010600030101010101" pitchFamily="2" charset="-122"/>
              </a:rPr>
              <a:t>大街网招聘   人人校招     若邻网     过来人求职网   应届生求职网 </a:t>
            </a:r>
            <a:endParaRPr lang="en-US" altLang="x-none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newsfla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组合 697"/>
          <p:cNvGrpSpPr/>
          <p:nvPr/>
        </p:nvGrpSpPr>
        <p:grpSpPr>
          <a:xfrm>
            <a:off x="13800856" y="1315336"/>
            <a:ext cx="1965110" cy="2206850"/>
            <a:chOff x="1074420" y="1325880"/>
            <a:chExt cx="2428875" cy="3634740"/>
          </a:xfrm>
        </p:grpSpPr>
        <p:sp>
          <p:nvSpPr>
            <p:cNvPr id="699" name="流程图: 决策 698"/>
            <p:cNvSpPr/>
            <p:nvPr/>
          </p:nvSpPr>
          <p:spPr>
            <a:xfrm>
              <a:off x="1074420" y="1325880"/>
              <a:ext cx="2011680" cy="3634740"/>
            </a:xfrm>
            <a:prstGeom prst="flowChartDecision">
              <a:avLst/>
            </a:pr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0" name="任意多边形 699"/>
            <p:cNvSpPr/>
            <p:nvPr/>
          </p:nvSpPr>
          <p:spPr>
            <a:xfrm>
              <a:off x="1531620" y="1577340"/>
              <a:ext cx="1971675" cy="2423160"/>
            </a:xfrm>
            <a:custGeom>
              <a:avLst/>
              <a:gdLst>
                <a:gd name="connsiteX0" fmla="*/ 0 w 1828800"/>
                <a:gd name="connsiteY0" fmla="*/ 2423160 h 2423160"/>
                <a:gd name="connsiteX1" fmla="*/ 1508760 w 1828800"/>
                <a:gd name="connsiteY1" fmla="*/ 0 h 2423160"/>
                <a:gd name="connsiteX2" fmla="*/ 1828800 w 1828800"/>
                <a:gd name="connsiteY2" fmla="*/ 594360 h 2423160"/>
                <a:gd name="connsiteX3" fmla="*/ 22860 w 1828800"/>
                <a:gd name="connsiteY3" fmla="*/ 685800 h 2423160"/>
                <a:gd name="connsiteX4" fmla="*/ 1143000 w 1828800"/>
                <a:gd name="connsiteY4" fmla="*/ 2377440 h 2423160"/>
                <a:gd name="connsiteX5" fmla="*/ 0 w 1828800"/>
                <a:gd name="connsiteY5" fmla="*/ 2423160 h 2423160"/>
                <a:gd name="connsiteX0-1" fmla="*/ 0 w 1971675"/>
                <a:gd name="connsiteY0-2" fmla="*/ 2423160 h 2423160"/>
                <a:gd name="connsiteX1-3" fmla="*/ 1508760 w 1971675"/>
                <a:gd name="connsiteY1-4" fmla="*/ 0 h 2423160"/>
                <a:gd name="connsiteX2-5" fmla="*/ 1971675 w 1971675"/>
                <a:gd name="connsiteY2-6" fmla="*/ 722947 h 2423160"/>
                <a:gd name="connsiteX3-7" fmla="*/ 22860 w 1971675"/>
                <a:gd name="connsiteY3-8" fmla="*/ 685800 h 2423160"/>
                <a:gd name="connsiteX4-9" fmla="*/ 1143000 w 1971675"/>
                <a:gd name="connsiteY4-10" fmla="*/ 2377440 h 2423160"/>
                <a:gd name="connsiteX5-11" fmla="*/ 0 w 1971675"/>
                <a:gd name="connsiteY5-12" fmla="*/ 2423160 h 242316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71675" h="2423160">
                  <a:moveTo>
                    <a:pt x="0" y="2423160"/>
                  </a:moveTo>
                  <a:lnTo>
                    <a:pt x="1508760" y="0"/>
                  </a:lnTo>
                  <a:lnTo>
                    <a:pt x="1971675" y="722947"/>
                  </a:lnTo>
                  <a:lnTo>
                    <a:pt x="22860" y="685800"/>
                  </a:lnTo>
                  <a:lnTo>
                    <a:pt x="1143000" y="2377440"/>
                  </a:lnTo>
                  <a:lnTo>
                    <a:pt x="0" y="2423160"/>
                  </a:lnTo>
                  <a:close/>
                </a:path>
              </a:pathLst>
            </a:cu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1" name="直接连接符 700"/>
            <p:cNvCxnSpPr>
              <a:stCxn id="699" idx="3"/>
              <a:endCxn id="699" idx="1"/>
            </p:cNvCxnSpPr>
            <p:nvPr/>
          </p:nvCxnSpPr>
          <p:spPr>
            <a:xfrm flipH="1">
              <a:off x="1074420" y="3143250"/>
              <a:ext cx="2011680" cy="0"/>
            </a:xfrm>
            <a:prstGeom prst="line">
              <a:avLst/>
            </a:prstGeom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Line 38"/>
          <p:cNvSpPr>
            <a:spLocks noChangeShapeType="1"/>
          </p:cNvSpPr>
          <p:nvPr/>
        </p:nvSpPr>
        <p:spPr bwMode="auto">
          <a:xfrm>
            <a:off x="425450" y="6178550"/>
            <a:ext cx="82169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63"/>
          <p:cNvSpPr>
            <a:spLocks noChangeShapeType="1"/>
          </p:cNvSpPr>
          <p:nvPr/>
        </p:nvSpPr>
        <p:spPr bwMode="auto">
          <a:xfrm flipV="1">
            <a:off x="425450" y="1814286"/>
            <a:ext cx="2158093" cy="4364264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9" name="组合 48"/>
          <p:cNvGrpSpPr/>
          <p:nvPr/>
        </p:nvGrpSpPr>
        <p:grpSpPr>
          <a:xfrm>
            <a:off x="0" y="-8"/>
            <a:ext cx="8040216" cy="1146638"/>
            <a:chOff x="0" y="-8"/>
            <a:chExt cx="8040216" cy="860867"/>
          </a:xfrm>
        </p:grpSpPr>
        <p:sp>
          <p:nvSpPr>
            <p:cNvPr id="50" name="直角三角形 49"/>
            <p:cNvSpPr/>
            <p:nvPr/>
          </p:nvSpPr>
          <p:spPr>
            <a:xfrm flipV="1">
              <a:off x="0" y="-8"/>
              <a:ext cx="8040216" cy="860867"/>
            </a:xfrm>
            <a:prstGeom prst="rtTriangle">
              <a:avLst/>
            </a:prstGeom>
            <a:solidFill>
              <a:srgbClr val="40404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84094" y="108391"/>
              <a:ext cx="4333510" cy="4390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网上简历注册</a:t>
              </a:r>
              <a:endPara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9203" y="65405"/>
            <a:ext cx="3142615" cy="781050"/>
          </a:xfrm>
          <a:prstGeom prst="rect">
            <a:avLst/>
          </a:prstGeom>
        </p:spPr>
      </p:pic>
      <p:pic>
        <p:nvPicPr>
          <p:cNvPr id="19" name="Picture 13" descr="智联注册页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25" y="1460688"/>
            <a:ext cx="8510957" cy="5106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 Box 14"/>
          <p:cNvSpPr txBox="1">
            <a:spLocks noChangeArrowheads="1"/>
          </p:cNvSpPr>
          <p:nvPr/>
        </p:nvSpPr>
        <p:spPr bwMode="auto">
          <a:xfrm>
            <a:off x="6864263" y="846455"/>
            <a:ext cx="4969359" cy="36933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1、网上搜索智联招聘，进入智联招聘首页</a:t>
            </a:r>
            <a:endParaRPr lang="zh-CN" altLang="en-US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ransition spd="slow">
    <p:newsfla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组合 697"/>
          <p:cNvGrpSpPr/>
          <p:nvPr/>
        </p:nvGrpSpPr>
        <p:grpSpPr>
          <a:xfrm>
            <a:off x="13800856" y="1315336"/>
            <a:ext cx="1965110" cy="2206850"/>
            <a:chOff x="1074420" y="1325880"/>
            <a:chExt cx="2428875" cy="3634740"/>
          </a:xfrm>
        </p:grpSpPr>
        <p:sp>
          <p:nvSpPr>
            <p:cNvPr id="699" name="流程图: 决策 698"/>
            <p:cNvSpPr/>
            <p:nvPr/>
          </p:nvSpPr>
          <p:spPr>
            <a:xfrm>
              <a:off x="1074420" y="1325880"/>
              <a:ext cx="2011680" cy="3634740"/>
            </a:xfrm>
            <a:prstGeom prst="flowChartDecision">
              <a:avLst/>
            </a:pr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0" name="任意多边形 699"/>
            <p:cNvSpPr/>
            <p:nvPr/>
          </p:nvSpPr>
          <p:spPr>
            <a:xfrm>
              <a:off x="1531620" y="1577340"/>
              <a:ext cx="1971675" cy="2423160"/>
            </a:xfrm>
            <a:custGeom>
              <a:avLst/>
              <a:gdLst>
                <a:gd name="connsiteX0" fmla="*/ 0 w 1828800"/>
                <a:gd name="connsiteY0" fmla="*/ 2423160 h 2423160"/>
                <a:gd name="connsiteX1" fmla="*/ 1508760 w 1828800"/>
                <a:gd name="connsiteY1" fmla="*/ 0 h 2423160"/>
                <a:gd name="connsiteX2" fmla="*/ 1828800 w 1828800"/>
                <a:gd name="connsiteY2" fmla="*/ 594360 h 2423160"/>
                <a:gd name="connsiteX3" fmla="*/ 22860 w 1828800"/>
                <a:gd name="connsiteY3" fmla="*/ 685800 h 2423160"/>
                <a:gd name="connsiteX4" fmla="*/ 1143000 w 1828800"/>
                <a:gd name="connsiteY4" fmla="*/ 2377440 h 2423160"/>
                <a:gd name="connsiteX5" fmla="*/ 0 w 1828800"/>
                <a:gd name="connsiteY5" fmla="*/ 2423160 h 2423160"/>
                <a:gd name="connsiteX0-1" fmla="*/ 0 w 1971675"/>
                <a:gd name="connsiteY0-2" fmla="*/ 2423160 h 2423160"/>
                <a:gd name="connsiteX1-3" fmla="*/ 1508760 w 1971675"/>
                <a:gd name="connsiteY1-4" fmla="*/ 0 h 2423160"/>
                <a:gd name="connsiteX2-5" fmla="*/ 1971675 w 1971675"/>
                <a:gd name="connsiteY2-6" fmla="*/ 722947 h 2423160"/>
                <a:gd name="connsiteX3-7" fmla="*/ 22860 w 1971675"/>
                <a:gd name="connsiteY3-8" fmla="*/ 685800 h 2423160"/>
                <a:gd name="connsiteX4-9" fmla="*/ 1143000 w 1971675"/>
                <a:gd name="connsiteY4-10" fmla="*/ 2377440 h 2423160"/>
                <a:gd name="connsiteX5-11" fmla="*/ 0 w 1971675"/>
                <a:gd name="connsiteY5-12" fmla="*/ 2423160 h 242316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71675" h="2423160">
                  <a:moveTo>
                    <a:pt x="0" y="2423160"/>
                  </a:moveTo>
                  <a:lnTo>
                    <a:pt x="1508760" y="0"/>
                  </a:lnTo>
                  <a:lnTo>
                    <a:pt x="1971675" y="722947"/>
                  </a:lnTo>
                  <a:lnTo>
                    <a:pt x="22860" y="685800"/>
                  </a:lnTo>
                  <a:lnTo>
                    <a:pt x="1143000" y="2377440"/>
                  </a:lnTo>
                  <a:lnTo>
                    <a:pt x="0" y="2423160"/>
                  </a:lnTo>
                  <a:close/>
                </a:path>
              </a:pathLst>
            </a:cu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1" name="直接连接符 700"/>
            <p:cNvCxnSpPr>
              <a:stCxn id="699" idx="3"/>
              <a:endCxn id="699" idx="1"/>
            </p:cNvCxnSpPr>
            <p:nvPr/>
          </p:nvCxnSpPr>
          <p:spPr>
            <a:xfrm flipH="1">
              <a:off x="1074420" y="3143250"/>
              <a:ext cx="2011680" cy="0"/>
            </a:xfrm>
            <a:prstGeom prst="line">
              <a:avLst/>
            </a:prstGeom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Line 38"/>
          <p:cNvSpPr>
            <a:spLocks noChangeShapeType="1"/>
          </p:cNvSpPr>
          <p:nvPr/>
        </p:nvSpPr>
        <p:spPr bwMode="auto">
          <a:xfrm>
            <a:off x="425450" y="6178550"/>
            <a:ext cx="82169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63"/>
          <p:cNvSpPr>
            <a:spLocks noChangeShapeType="1"/>
          </p:cNvSpPr>
          <p:nvPr/>
        </p:nvSpPr>
        <p:spPr bwMode="auto">
          <a:xfrm flipV="1">
            <a:off x="425450" y="1814286"/>
            <a:ext cx="2158093" cy="4364264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9203" y="65405"/>
            <a:ext cx="3142615" cy="781050"/>
          </a:xfrm>
          <a:prstGeom prst="rect">
            <a:avLst/>
          </a:prstGeom>
        </p:spPr>
      </p:pic>
      <p:pic>
        <p:nvPicPr>
          <p:cNvPr id="13" name="Picture 13" descr="个人信息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46182"/>
            <a:ext cx="9424085" cy="5867162"/>
          </a:xfrm>
          <a:prstGeom prst="rect">
            <a:avLst/>
          </a:prstGeom>
          <a:noFill/>
          <a:ln w="9525">
            <a:solidFill>
              <a:srgbClr val="5F1E0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5182819" y="281826"/>
            <a:ext cx="2108269" cy="40011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2、填写个人信息</a:t>
            </a:r>
            <a:endParaRPr lang="zh-CN" altLang="en-US" sz="200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grpSp>
        <p:nvGrpSpPr>
          <p:cNvPr id="15" name="Group 3"/>
          <p:cNvGrpSpPr/>
          <p:nvPr/>
        </p:nvGrpSpPr>
        <p:grpSpPr bwMode="auto">
          <a:xfrm>
            <a:off x="244441" y="182099"/>
            <a:ext cx="3370264" cy="592138"/>
            <a:chOff x="-21932" y="-66901"/>
            <a:chExt cx="3370217" cy="493479"/>
          </a:xfrm>
        </p:grpSpPr>
        <p:grpSp>
          <p:nvGrpSpPr>
            <p:cNvPr id="16" name="Group 4"/>
            <p:cNvGrpSpPr/>
            <p:nvPr/>
          </p:nvGrpSpPr>
          <p:grpSpPr bwMode="auto">
            <a:xfrm>
              <a:off x="-21932" y="-66901"/>
              <a:ext cx="3370217" cy="493479"/>
              <a:chOff x="-21932" y="-66901"/>
              <a:chExt cx="3370217" cy="493479"/>
            </a:xfrm>
          </p:grpSpPr>
          <p:sp>
            <p:nvSpPr>
              <p:cNvPr id="18" name="矩形 31"/>
              <p:cNvSpPr>
                <a:spLocks noChangeArrowheads="1"/>
              </p:cNvSpPr>
              <p:nvPr/>
            </p:nvSpPr>
            <p:spPr bwMode="auto">
              <a:xfrm>
                <a:off x="-21932" y="-66901"/>
                <a:ext cx="3052812" cy="493479"/>
              </a:xfrm>
              <a:prstGeom prst="rect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9" name="直角三角形 45"/>
              <p:cNvSpPr>
                <a:spLocks noChangeArrowheads="1"/>
              </p:cNvSpPr>
              <p:nvPr/>
            </p:nvSpPr>
            <p:spPr bwMode="auto">
              <a:xfrm>
                <a:off x="3030880" y="-64991"/>
                <a:ext cx="317405" cy="489657"/>
              </a:xfrm>
              <a:prstGeom prst="rtTriangle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sp>
          <p:nvSpPr>
            <p:cNvPr id="17" name="文本框 2"/>
            <p:cNvSpPr>
              <a:spLocks noChangeArrowheads="1"/>
            </p:cNvSpPr>
            <p:nvPr/>
          </p:nvSpPr>
          <p:spPr bwMode="auto">
            <a:xfrm>
              <a:off x="-21932" y="16210"/>
              <a:ext cx="2210737" cy="384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网上简历填写</a:t>
              </a:r>
              <a:endParaRPr lang="zh-CN" altLang="en-US" sz="1800" dirty="0"/>
            </a:p>
          </p:txBody>
        </p:sp>
      </p:grpSp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组合 697"/>
          <p:cNvGrpSpPr/>
          <p:nvPr/>
        </p:nvGrpSpPr>
        <p:grpSpPr>
          <a:xfrm>
            <a:off x="13800856" y="1315336"/>
            <a:ext cx="1965110" cy="2206850"/>
            <a:chOff x="1074420" y="1325880"/>
            <a:chExt cx="2428875" cy="3634740"/>
          </a:xfrm>
        </p:grpSpPr>
        <p:sp>
          <p:nvSpPr>
            <p:cNvPr id="699" name="流程图: 决策 698"/>
            <p:cNvSpPr/>
            <p:nvPr/>
          </p:nvSpPr>
          <p:spPr>
            <a:xfrm>
              <a:off x="1074420" y="1325880"/>
              <a:ext cx="2011680" cy="3634740"/>
            </a:xfrm>
            <a:prstGeom prst="flowChartDecision">
              <a:avLst/>
            </a:pr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0" name="任意多边形 699"/>
            <p:cNvSpPr/>
            <p:nvPr/>
          </p:nvSpPr>
          <p:spPr>
            <a:xfrm>
              <a:off x="1531620" y="1577340"/>
              <a:ext cx="1971675" cy="2423160"/>
            </a:xfrm>
            <a:custGeom>
              <a:avLst/>
              <a:gdLst>
                <a:gd name="connsiteX0" fmla="*/ 0 w 1828800"/>
                <a:gd name="connsiteY0" fmla="*/ 2423160 h 2423160"/>
                <a:gd name="connsiteX1" fmla="*/ 1508760 w 1828800"/>
                <a:gd name="connsiteY1" fmla="*/ 0 h 2423160"/>
                <a:gd name="connsiteX2" fmla="*/ 1828800 w 1828800"/>
                <a:gd name="connsiteY2" fmla="*/ 594360 h 2423160"/>
                <a:gd name="connsiteX3" fmla="*/ 22860 w 1828800"/>
                <a:gd name="connsiteY3" fmla="*/ 685800 h 2423160"/>
                <a:gd name="connsiteX4" fmla="*/ 1143000 w 1828800"/>
                <a:gd name="connsiteY4" fmla="*/ 2377440 h 2423160"/>
                <a:gd name="connsiteX5" fmla="*/ 0 w 1828800"/>
                <a:gd name="connsiteY5" fmla="*/ 2423160 h 2423160"/>
                <a:gd name="connsiteX0-1" fmla="*/ 0 w 1971675"/>
                <a:gd name="connsiteY0-2" fmla="*/ 2423160 h 2423160"/>
                <a:gd name="connsiteX1-3" fmla="*/ 1508760 w 1971675"/>
                <a:gd name="connsiteY1-4" fmla="*/ 0 h 2423160"/>
                <a:gd name="connsiteX2-5" fmla="*/ 1971675 w 1971675"/>
                <a:gd name="connsiteY2-6" fmla="*/ 722947 h 2423160"/>
                <a:gd name="connsiteX3-7" fmla="*/ 22860 w 1971675"/>
                <a:gd name="connsiteY3-8" fmla="*/ 685800 h 2423160"/>
                <a:gd name="connsiteX4-9" fmla="*/ 1143000 w 1971675"/>
                <a:gd name="connsiteY4-10" fmla="*/ 2377440 h 2423160"/>
                <a:gd name="connsiteX5-11" fmla="*/ 0 w 1971675"/>
                <a:gd name="connsiteY5-12" fmla="*/ 2423160 h 242316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71675" h="2423160">
                  <a:moveTo>
                    <a:pt x="0" y="2423160"/>
                  </a:moveTo>
                  <a:lnTo>
                    <a:pt x="1508760" y="0"/>
                  </a:lnTo>
                  <a:lnTo>
                    <a:pt x="1971675" y="722947"/>
                  </a:lnTo>
                  <a:lnTo>
                    <a:pt x="22860" y="685800"/>
                  </a:lnTo>
                  <a:lnTo>
                    <a:pt x="1143000" y="2377440"/>
                  </a:lnTo>
                  <a:lnTo>
                    <a:pt x="0" y="2423160"/>
                  </a:lnTo>
                  <a:close/>
                </a:path>
              </a:pathLst>
            </a:cu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1" name="直接连接符 700"/>
            <p:cNvCxnSpPr>
              <a:stCxn id="699" idx="3"/>
              <a:endCxn id="699" idx="1"/>
            </p:cNvCxnSpPr>
            <p:nvPr/>
          </p:nvCxnSpPr>
          <p:spPr>
            <a:xfrm flipH="1">
              <a:off x="1074420" y="3143250"/>
              <a:ext cx="2011680" cy="0"/>
            </a:xfrm>
            <a:prstGeom prst="line">
              <a:avLst/>
            </a:prstGeom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Line 38"/>
          <p:cNvSpPr>
            <a:spLocks noChangeShapeType="1"/>
          </p:cNvSpPr>
          <p:nvPr/>
        </p:nvSpPr>
        <p:spPr bwMode="auto">
          <a:xfrm>
            <a:off x="425450" y="6178550"/>
            <a:ext cx="82169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63"/>
          <p:cNvSpPr>
            <a:spLocks noChangeShapeType="1"/>
          </p:cNvSpPr>
          <p:nvPr/>
        </p:nvSpPr>
        <p:spPr bwMode="auto">
          <a:xfrm flipV="1">
            <a:off x="425450" y="1814286"/>
            <a:ext cx="2158093" cy="4364264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9203" y="65405"/>
            <a:ext cx="3142615" cy="781050"/>
          </a:xfrm>
          <a:prstGeom prst="rect">
            <a:avLst/>
          </a:prstGeom>
        </p:spPr>
      </p:pic>
      <p:pic>
        <p:nvPicPr>
          <p:cNvPr id="13" name="Picture 13" descr="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46182"/>
            <a:ext cx="9568558" cy="5762514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5039077" y="319602"/>
            <a:ext cx="2395753" cy="4064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3、填写工作经历</a:t>
            </a:r>
            <a:endParaRPr lang="zh-CN" altLang="en-US" sz="200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grpSp>
        <p:nvGrpSpPr>
          <p:cNvPr id="15" name="Group 3"/>
          <p:cNvGrpSpPr/>
          <p:nvPr/>
        </p:nvGrpSpPr>
        <p:grpSpPr bwMode="auto">
          <a:xfrm>
            <a:off x="244441" y="182099"/>
            <a:ext cx="3370264" cy="592138"/>
            <a:chOff x="-21932" y="-66901"/>
            <a:chExt cx="3370217" cy="493479"/>
          </a:xfrm>
        </p:grpSpPr>
        <p:grpSp>
          <p:nvGrpSpPr>
            <p:cNvPr id="16" name="Group 4"/>
            <p:cNvGrpSpPr/>
            <p:nvPr/>
          </p:nvGrpSpPr>
          <p:grpSpPr bwMode="auto">
            <a:xfrm>
              <a:off x="-21932" y="-66901"/>
              <a:ext cx="3370217" cy="493479"/>
              <a:chOff x="-21932" y="-66901"/>
              <a:chExt cx="3370217" cy="493479"/>
            </a:xfrm>
          </p:grpSpPr>
          <p:sp>
            <p:nvSpPr>
              <p:cNvPr id="18" name="矩形 31"/>
              <p:cNvSpPr>
                <a:spLocks noChangeArrowheads="1"/>
              </p:cNvSpPr>
              <p:nvPr/>
            </p:nvSpPr>
            <p:spPr bwMode="auto">
              <a:xfrm>
                <a:off x="-21932" y="-66901"/>
                <a:ext cx="3052812" cy="493479"/>
              </a:xfrm>
              <a:prstGeom prst="rect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9" name="直角三角形 45"/>
              <p:cNvSpPr>
                <a:spLocks noChangeArrowheads="1"/>
              </p:cNvSpPr>
              <p:nvPr/>
            </p:nvSpPr>
            <p:spPr bwMode="auto">
              <a:xfrm>
                <a:off x="3030880" y="-64991"/>
                <a:ext cx="317405" cy="489657"/>
              </a:xfrm>
              <a:prstGeom prst="rtTriangle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sp>
          <p:nvSpPr>
            <p:cNvPr id="17" name="文本框 2"/>
            <p:cNvSpPr>
              <a:spLocks noChangeArrowheads="1"/>
            </p:cNvSpPr>
            <p:nvPr/>
          </p:nvSpPr>
          <p:spPr bwMode="auto">
            <a:xfrm>
              <a:off x="-21932" y="16210"/>
              <a:ext cx="2210737" cy="384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网上简历填写</a:t>
              </a:r>
              <a:endParaRPr lang="zh-CN" altLang="en-US" sz="1800" dirty="0"/>
            </a:p>
          </p:txBody>
        </p:sp>
      </p:grpSp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组合 697"/>
          <p:cNvGrpSpPr/>
          <p:nvPr/>
        </p:nvGrpSpPr>
        <p:grpSpPr>
          <a:xfrm>
            <a:off x="13800856" y="1315336"/>
            <a:ext cx="1965110" cy="2206850"/>
            <a:chOff x="1074420" y="1325880"/>
            <a:chExt cx="2428875" cy="3634740"/>
          </a:xfrm>
        </p:grpSpPr>
        <p:sp>
          <p:nvSpPr>
            <p:cNvPr id="699" name="流程图: 决策 698"/>
            <p:cNvSpPr/>
            <p:nvPr/>
          </p:nvSpPr>
          <p:spPr>
            <a:xfrm>
              <a:off x="1074420" y="1325880"/>
              <a:ext cx="2011680" cy="3634740"/>
            </a:xfrm>
            <a:prstGeom prst="flowChartDecision">
              <a:avLst/>
            </a:pr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0" name="任意多边形 699"/>
            <p:cNvSpPr/>
            <p:nvPr/>
          </p:nvSpPr>
          <p:spPr>
            <a:xfrm>
              <a:off x="1531620" y="1577340"/>
              <a:ext cx="1971675" cy="2423160"/>
            </a:xfrm>
            <a:custGeom>
              <a:avLst/>
              <a:gdLst>
                <a:gd name="connsiteX0" fmla="*/ 0 w 1828800"/>
                <a:gd name="connsiteY0" fmla="*/ 2423160 h 2423160"/>
                <a:gd name="connsiteX1" fmla="*/ 1508760 w 1828800"/>
                <a:gd name="connsiteY1" fmla="*/ 0 h 2423160"/>
                <a:gd name="connsiteX2" fmla="*/ 1828800 w 1828800"/>
                <a:gd name="connsiteY2" fmla="*/ 594360 h 2423160"/>
                <a:gd name="connsiteX3" fmla="*/ 22860 w 1828800"/>
                <a:gd name="connsiteY3" fmla="*/ 685800 h 2423160"/>
                <a:gd name="connsiteX4" fmla="*/ 1143000 w 1828800"/>
                <a:gd name="connsiteY4" fmla="*/ 2377440 h 2423160"/>
                <a:gd name="connsiteX5" fmla="*/ 0 w 1828800"/>
                <a:gd name="connsiteY5" fmla="*/ 2423160 h 2423160"/>
                <a:gd name="connsiteX0-1" fmla="*/ 0 w 1971675"/>
                <a:gd name="connsiteY0-2" fmla="*/ 2423160 h 2423160"/>
                <a:gd name="connsiteX1-3" fmla="*/ 1508760 w 1971675"/>
                <a:gd name="connsiteY1-4" fmla="*/ 0 h 2423160"/>
                <a:gd name="connsiteX2-5" fmla="*/ 1971675 w 1971675"/>
                <a:gd name="connsiteY2-6" fmla="*/ 722947 h 2423160"/>
                <a:gd name="connsiteX3-7" fmla="*/ 22860 w 1971675"/>
                <a:gd name="connsiteY3-8" fmla="*/ 685800 h 2423160"/>
                <a:gd name="connsiteX4-9" fmla="*/ 1143000 w 1971675"/>
                <a:gd name="connsiteY4-10" fmla="*/ 2377440 h 2423160"/>
                <a:gd name="connsiteX5-11" fmla="*/ 0 w 1971675"/>
                <a:gd name="connsiteY5-12" fmla="*/ 2423160 h 242316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71675" h="2423160">
                  <a:moveTo>
                    <a:pt x="0" y="2423160"/>
                  </a:moveTo>
                  <a:lnTo>
                    <a:pt x="1508760" y="0"/>
                  </a:lnTo>
                  <a:lnTo>
                    <a:pt x="1971675" y="722947"/>
                  </a:lnTo>
                  <a:lnTo>
                    <a:pt x="22860" y="685800"/>
                  </a:lnTo>
                  <a:lnTo>
                    <a:pt x="1143000" y="2377440"/>
                  </a:lnTo>
                  <a:lnTo>
                    <a:pt x="0" y="2423160"/>
                  </a:lnTo>
                  <a:close/>
                </a:path>
              </a:pathLst>
            </a:cu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1" name="直接连接符 700"/>
            <p:cNvCxnSpPr>
              <a:stCxn id="699" idx="3"/>
              <a:endCxn id="699" idx="1"/>
            </p:cNvCxnSpPr>
            <p:nvPr/>
          </p:nvCxnSpPr>
          <p:spPr>
            <a:xfrm flipH="1">
              <a:off x="1074420" y="3143250"/>
              <a:ext cx="2011680" cy="0"/>
            </a:xfrm>
            <a:prstGeom prst="line">
              <a:avLst/>
            </a:prstGeom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Line 38"/>
          <p:cNvSpPr>
            <a:spLocks noChangeShapeType="1"/>
          </p:cNvSpPr>
          <p:nvPr/>
        </p:nvSpPr>
        <p:spPr bwMode="auto">
          <a:xfrm>
            <a:off x="425450" y="6178550"/>
            <a:ext cx="82169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63"/>
          <p:cNvSpPr>
            <a:spLocks noChangeShapeType="1"/>
          </p:cNvSpPr>
          <p:nvPr/>
        </p:nvSpPr>
        <p:spPr bwMode="auto">
          <a:xfrm flipV="1">
            <a:off x="425450" y="1814286"/>
            <a:ext cx="2158093" cy="4364264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9203" y="65405"/>
            <a:ext cx="3142615" cy="781050"/>
          </a:xfrm>
          <a:prstGeom prst="rect">
            <a:avLst/>
          </a:prstGeom>
        </p:spPr>
      </p:pic>
      <p:pic>
        <p:nvPicPr>
          <p:cNvPr id="13" name="Picture 13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80" y="1059810"/>
            <a:ext cx="9392520" cy="5745576"/>
          </a:xfrm>
          <a:prstGeom prst="rect">
            <a:avLst/>
          </a:prstGeom>
          <a:noFill/>
          <a:ln w="9525">
            <a:solidFill>
              <a:srgbClr val="5F1E0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4776499" y="308659"/>
            <a:ext cx="2603500" cy="40481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4、填写个人教育经历</a:t>
            </a:r>
            <a:endParaRPr lang="zh-CN" altLang="en-US" sz="200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grpSp>
        <p:nvGrpSpPr>
          <p:cNvPr id="15" name="Group 3"/>
          <p:cNvGrpSpPr/>
          <p:nvPr/>
        </p:nvGrpSpPr>
        <p:grpSpPr bwMode="auto">
          <a:xfrm>
            <a:off x="244441" y="182099"/>
            <a:ext cx="3370264" cy="592138"/>
            <a:chOff x="-21932" y="-66901"/>
            <a:chExt cx="3370217" cy="493479"/>
          </a:xfrm>
        </p:grpSpPr>
        <p:grpSp>
          <p:nvGrpSpPr>
            <p:cNvPr id="16" name="Group 4"/>
            <p:cNvGrpSpPr/>
            <p:nvPr/>
          </p:nvGrpSpPr>
          <p:grpSpPr bwMode="auto">
            <a:xfrm>
              <a:off x="-21932" y="-66901"/>
              <a:ext cx="3370217" cy="493479"/>
              <a:chOff x="-21932" y="-66901"/>
              <a:chExt cx="3370217" cy="493479"/>
            </a:xfrm>
          </p:grpSpPr>
          <p:sp>
            <p:nvSpPr>
              <p:cNvPr id="18" name="矩形 31"/>
              <p:cNvSpPr>
                <a:spLocks noChangeArrowheads="1"/>
              </p:cNvSpPr>
              <p:nvPr/>
            </p:nvSpPr>
            <p:spPr bwMode="auto">
              <a:xfrm>
                <a:off x="-21932" y="-66901"/>
                <a:ext cx="3052812" cy="493479"/>
              </a:xfrm>
              <a:prstGeom prst="rect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9" name="直角三角形 45"/>
              <p:cNvSpPr>
                <a:spLocks noChangeArrowheads="1"/>
              </p:cNvSpPr>
              <p:nvPr/>
            </p:nvSpPr>
            <p:spPr bwMode="auto">
              <a:xfrm>
                <a:off x="3030880" y="-64991"/>
                <a:ext cx="317405" cy="489657"/>
              </a:xfrm>
              <a:prstGeom prst="rtTriangle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sp>
          <p:nvSpPr>
            <p:cNvPr id="17" name="文本框 2"/>
            <p:cNvSpPr>
              <a:spLocks noChangeArrowheads="1"/>
            </p:cNvSpPr>
            <p:nvPr/>
          </p:nvSpPr>
          <p:spPr bwMode="auto">
            <a:xfrm>
              <a:off x="-21932" y="16210"/>
              <a:ext cx="2210737" cy="384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网上简历填写</a:t>
              </a:r>
              <a:endParaRPr lang="zh-CN" altLang="en-US" sz="1800" dirty="0"/>
            </a:p>
          </p:txBody>
        </p:sp>
      </p:grpSp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组合 697"/>
          <p:cNvGrpSpPr/>
          <p:nvPr/>
        </p:nvGrpSpPr>
        <p:grpSpPr>
          <a:xfrm>
            <a:off x="13800856" y="1315336"/>
            <a:ext cx="1965110" cy="2206850"/>
            <a:chOff x="1074420" y="1325880"/>
            <a:chExt cx="2428875" cy="3634740"/>
          </a:xfrm>
        </p:grpSpPr>
        <p:sp>
          <p:nvSpPr>
            <p:cNvPr id="699" name="流程图: 决策 698"/>
            <p:cNvSpPr/>
            <p:nvPr/>
          </p:nvSpPr>
          <p:spPr>
            <a:xfrm>
              <a:off x="1074420" y="1325880"/>
              <a:ext cx="2011680" cy="3634740"/>
            </a:xfrm>
            <a:prstGeom prst="flowChartDecision">
              <a:avLst/>
            </a:pr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0" name="任意多边形 699"/>
            <p:cNvSpPr/>
            <p:nvPr/>
          </p:nvSpPr>
          <p:spPr>
            <a:xfrm>
              <a:off x="1531620" y="1577340"/>
              <a:ext cx="1971675" cy="2423160"/>
            </a:xfrm>
            <a:custGeom>
              <a:avLst/>
              <a:gdLst>
                <a:gd name="connsiteX0" fmla="*/ 0 w 1828800"/>
                <a:gd name="connsiteY0" fmla="*/ 2423160 h 2423160"/>
                <a:gd name="connsiteX1" fmla="*/ 1508760 w 1828800"/>
                <a:gd name="connsiteY1" fmla="*/ 0 h 2423160"/>
                <a:gd name="connsiteX2" fmla="*/ 1828800 w 1828800"/>
                <a:gd name="connsiteY2" fmla="*/ 594360 h 2423160"/>
                <a:gd name="connsiteX3" fmla="*/ 22860 w 1828800"/>
                <a:gd name="connsiteY3" fmla="*/ 685800 h 2423160"/>
                <a:gd name="connsiteX4" fmla="*/ 1143000 w 1828800"/>
                <a:gd name="connsiteY4" fmla="*/ 2377440 h 2423160"/>
                <a:gd name="connsiteX5" fmla="*/ 0 w 1828800"/>
                <a:gd name="connsiteY5" fmla="*/ 2423160 h 2423160"/>
                <a:gd name="connsiteX0-1" fmla="*/ 0 w 1971675"/>
                <a:gd name="connsiteY0-2" fmla="*/ 2423160 h 2423160"/>
                <a:gd name="connsiteX1-3" fmla="*/ 1508760 w 1971675"/>
                <a:gd name="connsiteY1-4" fmla="*/ 0 h 2423160"/>
                <a:gd name="connsiteX2-5" fmla="*/ 1971675 w 1971675"/>
                <a:gd name="connsiteY2-6" fmla="*/ 722947 h 2423160"/>
                <a:gd name="connsiteX3-7" fmla="*/ 22860 w 1971675"/>
                <a:gd name="connsiteY3-8" fmla="*/ 685800 h 2423160"/>
                <a:gd name="connsiteX4-9" fmla="*/ 1143000 w 1971675"/>
                <a:gd name="connsiteY4-10" fmla="*/ 2377440 h 2423160"/>
                <a:gd name="connsiteX5-11" fmla="*/ 0 w 1971675"/>
                <a:gd name="connsiteY5-12" fmla="*/ 2423160 h 242316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71675" h="2423160">
                  <a:moveTo>
                    <a:pt x="0" y="2423160"/>
                  </a:moveTo>
                  <a:lnTo>
                    <a:pt x="1508760" y="0"/>
                  </a:lnTo>
                  <a:lnTo>
                    <a:pt x="1971675" y="722947"/>
                  </a:lnTo>
                  <a:lnTo>
                    <a:pt x="22860" y="685800"/>
                  </a:lnTo>
                  <a:lnTo>
                    <a:pt x="1143000" y="2377440"/>
                  </a:lnTo>
                  <a:lnTo>
                    <a:pt x="0" y="2423160"/>
                  </a:lnTo>
                  <a:close/>
                </a:path>
              </a:pathLst>
            </a:cu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1" name="直接连接符 700"/>
            <p:cNvCxnSpPr>
              <a:stCxn id="699" idx="3"/>
              <a:endCxn id="699" idx="1"/>
            </p:cNvCxnSpPr>
            <p:nvPr/>
          </p:nvCxnSpPr>
          <p:spPr>
            <a:xfrm flipH="1">
              <a:off x="1074420" y="3143250"/>
              <a:ext cx="2011680" cy="0"/>
            </a:xfrm>
            <a:prstGeom prst="line">
              <a:avLst/>
            </a:prstGeom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Line 38"/>
          <p:cNvSpPr>
            <a:spLocks noChangeShapeType="1"/>
          </p:cNvSpPr>
          <p:nvPr/>
        </p:nvSpPr>
        <p:spPr bwMode="auto">
          <a:xfrm>
            <a:off x="425450" y="6178550"/>
            <a:ext cx="82169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63"/>
          <p:cNvSpPr>
            <a:spLocks noChangeShapeType="1"/>
          </p:cNvSpPr>
          <p:nvPr/>
        </p:nvSpPr>
        <p:spPr bwMode="auto">
          <a:xfrm flipV="1">
            <a:off x="425450" y="1814286"/>
            <a:ext cx="2158093" cy="4364264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9203" y="65405"/>
            <a:ext cx="3142615" cy="781050"/>
          </a:xfrm>
          <a:prstGeom prst="rect">
            <a:avLst/>
          </a:prstGeom>
        </p:spPr>
      </p:pic>
      <p:pic>
        <p:nvPicPr>
          <p:cNvPr id="16" name="Picture 13" descr="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89" y="958177"/>
            <a:ext cx="9221040" cy="5899823"/>
          </a:xfrm>
          <a:prstGeom prst="rect">
            <a:avLst/>
          </a:prstGeom>
          <a:noFill/>
          <a:ln w="9525">
            <a:solidFill>
              <a:srgbClr val="5F1E0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5398602" y="455930"/>
            <a:ext cx="2232025" cy="40481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5、填写求职意向</a:t>
            </a:r>
            <a:endParaRPr lang="zh-CN" altLang="en-US" sz="200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grpSp>
        <p:nvGrpSpPr>
          <p:cNvPr id="26" name="Group 3"/>
          <p:cNvGrpSpPr/>
          <p:nvPr/>
        </p:nvGrpSpPr>
        <p:grpSpPr bwMode="auto">
          <a:xfrm>
            <a:off x="244441" y="182099"/>
            <a:ext cx="3370264" cy="592138"/>
            <a:chOff x="-21932" y="-66901"/>
            <a:chExt cx="3370217" cy="493479"/>
          </a:xfrm>
        </p:grpSpPr>
        <p:grpSp>
          <p:nvGrpSpPr>
            <p:cNvPr id="27" name="Group 4"/>
            <p:cNvGrpSpPr/>
            <p:nvPr/>
          </p:nvGrpSpPr>
          <p:grpSpPr bwMode="auto">
            <a:xfrm>
              <a:off x="-21932" y="-66901"/>
              <a:ext cx="3370217" cy="493479"/>
              <a:chOff x="-21932" y="-66901"/>
              <a:chExt cx="3370217" cy="493479"/>
            </a:xfrm>
          </p:grpSpPr>
          <p:sp>
            <p:nvSpPr>
              <p:cNvPr id="29" name="矩形 31"/>
              <p:cNvSpPr>
                <a:spLocks noChangeArrowheads="1"/>
              </p:cNvSpPr>
              <p:nvPr/>
            </p:nvSpPr>
            <p:spPr bwMode="auto">
              <a:xfrm>
                <a:off x="-21932" y="-66901"/>
                <a:ext cx="3052812" cy="493479"/>
              </a:xfrm>
              <a:prstGeom prst="rect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30" name="直角三角形 45"/>
              <p:cNvSpPr>
                <a:spLocks noChangeArrowheads="1"/>
              </p:cNvSpPr>
              <p:nvPr/>
            </p:nvSpPr>
            <p:spPr bwMode="auto">
              <a:xfrm>
                <a:off x="3030880" y="-64991"/>
                <a:ext cx="317405" cy="489657"/>
              </a:xfrm>
              <a:prstGeom prst="rtTriangle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sp>
          <p:nvSpPr>
            <p:cNvPr id="28" name="文本框 2"/>
            <p:cNvSpPr>
              <a:spLocks noChangeArrowheads="1"/>
            </p:cNvSpPr>
            <p:nvPr/>
          </p:nvSpPr>
          <p:spPr bwMode="auto">
            <a:xfrm>
              <a:off x="-21932" y="16210"/>
              <a:ext cx="2210737" cy="384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网上简历填写</a:t>
              </a:r>
              <a:endParaRPr lang="zh-CN" altLang="en-US" sz="1800" dirty="0"/>
            </a:p>
          </p:txBody>
        </p:sp>
      </p:grpSp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组合 697"/>
          <p:cNvGrpSpPr/>
          <p:nvPr/>
        </p:nvGrpSpPr>
        <p:grpSpPr>
          <a:xfrm>
            <a:off x="13800856" y="1315336"/>
            <a:ext cx="1965110" cy="2206850"/>
            <a:chOff x="1074420" y="1325880"/>
            <a:chExt cx="2428875" cy="3634740"/>
          </a:xfrm>
        </p:grpSpPr>
        <p:sp>
          <p:nvSpPr>
            <p:cNvPr id="699" name="流程图: 决策 698"/>
            <p:cNvSpPr/>
            <p:nvPr/>
          </p:nvSpPr>
          <p:spPr>
            <a:xfrm>
              <a:off x="1074420" y="1325880"/>
              <a:ext cx="2011680" cy="3634740"/>
            </a:xfrm>
            <a:prstGeom prst="flowChartDecision">
              <a:avLst/>
            </a:pr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0" name="任意多边形 699"/>
            <p:cNvSpPr/>
            <p:nvPr/>
          </p:nvSpPr>
          <p:spPr>
            <a:xfrm>
              <a:off x="1531620" y="1577340"/>
              <a:ext cx="1971675" cy="2423160"/>
            </a:xfrm>
            <a:custGeom>
              <a:avLst/>
              <a:gdLst>
                <a:gd name="connsiteX0" fmla="*/ 0 w 1828800"/>
                <a:gd name="connsiteY0" fmla="*/ 2423160 h 2423160"/>
                <a:gd name="connsiteX1" fmla="*/ 1508760 w 1828800"/>
                <a:gd name="connsiteY1" fmla="*/ 0 h 2423160"/>
                <a:gd name="connsiteX2" fmla="*/ 1828800 w 1828800"/>
                <a:gd name="connsiteY2" fmla="*/ 594360 h 2423160"/>
                <a:gd name="connsiteX3" fmla="*/ 22860 w 1828800"/>
                <a:gd name="connsiteY3" fmla="*/ 685800 h 2423160"/>
                <a:gd name="connsiteX4" fmla="*/ 1143000 w 1828800"/>
                <a:gd name="connsiteY4" fmla="*/ 2377440 h 2423160"/>
                <a:gd name="connsiteX5" fmla="*/ 0 w 1828800"/>
                <a:gd name="connsiteY5" fmla="*/ 2423160 h 2423160"/>
                <a:gd name="connsiteX0-1" fmla="*/ 0 w 1971675"/>
                <a:gd name="connsiteY0-2" fmla="*/ 2423160 h 2423160"/>
                <a:gd name="connsiteX1-3" fmla="*/ 1508760 w 1971675"/>
                <a:gd name="connsiteY1-4" fmla="*/ 0 h 2423160"/>
                <a:gd name="connsiteX2-5" fmla="*/ 1971675 w 1971675"/>
                <a:gd name="connsiteY2-6" fmla="*/ 722947 h 2423160"/>
                <a:gd name="connsiteX3-7" fmla="*/ 22860 w 1971675"/>
                <a:gd name="connsiteY3-8" fmla="*/ 685800 h 2423160"/>
                <a:gd name="connsiteX4-9" fmla="*/ 1143000 w 1971675"/>
                <a:gd name="connsiteY4-10" fmla="*/ 2377440 h 2423160"/>
                <a:gd name="connsiteX5-11" fmla="*/ 0 w 1971675"/>
                <a:gd name="connsiteY5-12" fmla="*/ 2423160 h 242316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71675" h="2423160">
                  <a:moveTo>
                    <a:pt x="0" y="2423160"/>
                  </a:moveTo>
                  <a:lnTo>
                    <a:pt x="1508760" y="0"/>
                  </a:lnTo>
                  <a:lnTo>
                    <a:pt x="1971675" y="722947"/>
                  </a:lnTo>
                  <a:lnTo>
                    <a:pt x="22860" y="685800"/>
                  </a:lnTo>
                  <a:lnTo>
                    <a:pt x="1143000" y="2377440"/>
                  </a:lnTo>
                  <a:lnTo>
                    <a:pt x="0" y="2423160"/>
                  </a:lnTo>
                  <a:close/>
                </a:path>
              </a:pathLst>
            </a:cu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1" name="直接连接符 700"/>
            <p:cNvCxnSpPr>
              <a:stCxn id="699" idx="3"/>
              <a:endCxn id="699" idx="1"/>
            </p:cNvCxnSpPr>
            <p:nvPr/>
          </p:nvCxnSpPr>
          <p:spPr>
            <a:xfrm flipH="1">
              <a:off x="1074420" y="3143250"/>
              <a:ext cx="2011680" cy="0"/>
            </a:xfrm>
            <a:prstGeom prst="line">
              <a:avLst/>
            </a:prstGeom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Line 38"/>
          <p:cNvSpPr>
            <a:spLocks noChangeShapeType="1"/>
          </p:cNvSpPr>
          <p:nvPr/>
        </p:nvSpPr>
        <p:spPr bwMode="auto">
          <a:xfrm>
            <a:off x="425450" y="6178550"/>
            <a:ext cx="82169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63"/>
          <p:cNvSpPr>
            <a:spLocks noChangeShapeType="1"/>
          </p:cNvSpPr>
          <p:nvPr/>
        </p:nvSpPr>
        <p:spPr bwMode="auto">
          <a:xfrm flipV="1">
            <a:off x="425450" y="1814286"/>
            <a:ext cx="2158093" cy="4364264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9203" y="65405"/>
            <a:ext cx="3142615" cy="781050"/>
          </a:xfrm>
          <a:prstGeom prst="rect">
            <a:avLst/>
          </a:prstGeom>
        </p:spPr>
      </p:pic>
      <p:pic>
        <p:nvPicPr>
          <p:cNvPr id="13" name="Picture 14" descr="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6262" y="3147488"/>
            <a:ext cx="8645492" cy="371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 descr="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441" y="898509"/>
            <a:ext cx="8557077" cy="2244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4737294" y="281826"/>
            <a:ext cx="2339102" cy="52322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ea typeface="楷体" panose="02010609060101010101" charset="-122"/>
              </a:rPr>
              <a:t>简历初步完成</a:t>
            </a:r>
            <a:endParaRPr lang="zh-CN" altLang="en-US" sz="2800" dirty="0">
              <a:solidFill>
                <a:schemeClr val="bg1"/>
              </a:solidFill>
              <a:ea typeface="楷体" panose="02010609060101010101" charset="-122"/>
            </a:endParaRPr>
          </a:p>
        </p:txBody>
      </p:sp>
      <p:grpSp>
        <p:nvGrpSpPr>
          <p:cNvPr id="18" name="Group 3"/>
          <p:cNvGrpSpPr/>
          <p:nvPr/>
        </p:nvGrpSpPr>
        <p:grpSpPr bwMode="auto">
          <a:xfrm>
            <a:off x="244441" y="182099"/>
            <a:ext cx="3370264" cy="592138"/>
            <a:chOff x="-21932" y="-66901"/>
            <a:chExt cx="3370217" cy="493479"/>
          </a:xfrm>
        </p:grpSpPr>
        <p:grpSp>
          <p:nvGrpSpPr>
            <p:cNvPr id="19" name="Group 4"/>
            <p:cNvGrpSpPr/>
            <p:nvPr/>
          </p:nvGrpSpPr>
          <p:grpSpPr bwMode="auto">
            <a:xfrm>
              <a:off x="-21932" y="-66901"/>
              <a:ext cx="3370217" cy="493479"/>
              <a:chOff x="-21932" y="-66901"/>
              <a:chExt cx="3370217" cy="493479"/>
            </a:xfrm>
          </p:grpSpPr>
          <p:sp>
            <p:nvSpPr>
              <p:cNvPr id="21" name="矩形 31"/>
              <p:cNvSpPr>
                <a:spLocks noChangeArrowheads="1"/>
              </p:cNvSpPr>
              <p:nvPr/>
            </p:nvSpPr>
            <p:spPr bwMode="auto">
              <a:xfrm>
                <a:off x="-21932" y="-66901"/>
                <a:ext cx="3052812" cy="493479"/>
              </a:xfrm>
              <a:prstGeom prst="rect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22" name="直角三角形 45"/>
              <p:cNvSpPr>
                <a:spLocks noChangeArrowheads="1"/>
              </p:cNvSpPr>
              <p:nvPr/>
            </p:nvSpPr>
            <p:spPr bwMode="auto">
              <a:xfrm>
                <a:off x="3030880" y="-64991"/>
                <a:ext cx="317405" cy="489657"/>
              </a:xfrm>
              <a:prstGeom prst="rtTriangle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sp>
          <p:nvSpPr>
            <p:cNvPr id="20" name="文本框 2"/>
            <p:cNvSpPr>
              <a:spLocks noChangeArrowheads="1"/>
            </p:cNvSpPr>
            <p:nvPr/>
          </p:nvSpPr>
          <p:spPr bwMode="auto">
            <a:xfrm>
              <a:off x="-21932" y="16210"/>
              <a:ext cx="2210737" cy="384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网上简历填写</a:t>
              </a:r>
              <a:endParaRPr lang="zh-CN" altLang="en-US" sz="1800" dirty="0"/>
            </a:p>
          </p:txBody>
        </p:sp>
      </p:grpSp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组合 697"/>
          <p:cNvGrpSpPr/>
          <p:nvPr/>
        </p:nvGrpSpPr>
        <p:grpSpPr>
          <a:xfrm>
            <a:off x="13800856" y="1315336"/>
            <a:ext cx="1965110" cy="2206850"/>
            <a:chOff x="1074420" y="1325880"/>
            <a:chExt cx="2428875" cy="3634740"/>
          </a:xfrm>
        </p:grpSpPr>
        <p:sp>
          <p:nvSpPr>
            <p:cNvPr id="699" name="流程图: 决策 698"/>
            <p:cNvSpPr/>
            <p:nvPr/>
          </p:nvSpPr>
          <p:spPr>
            <a:xfrm>
              <a:off x="1074420" y="1325880"/>
              <a:ext cx="2011680" cy="3634740"/>
            </a:xfrm>
            <a:prstGeom prst="flowChartDecision">
              <a:avLst/>
            </a:pr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0" name="任意多边形 699"/>
            <p:cNvSpPr/>
            <p:nvPr/>
          </p:nvSpPr>
          <p:spPr>
            <a:xfrm>
              <a:off x="1531620" y="1577340"/>
              <a:ext cx="1971675" cy="2423160"/>
            </a:xfrm>
            <a:custGeom>
              <a:avLst/>
              <a:gdLst>
                <a:gd name="connsiteX0" fmla="*/ 0 w 1828800"/>
                <a:gd name="connsiteY0" fmla="*/ 2423160 h 2423160"/>
                <a:gd name="connsiteX1" fmla="*/ 1508760 w 1828800"/>
                <a:gd name="connsiteY1" fmla="*/ 0 h 2423160"/>
                <a:gd name="connsiteX2" fmla="*/ 1828800 w 1828800"/>
                <a:gd name="connsiteY2" fmla="*/ 594360 h 2423160"/>
                <a:gd name="connsiteX3" fmla="*/ 22860 w 1828800"/>
                <a:gd name="connsiteY3" fmla="*/ 685800 h 2423160"/>
                <a:gd name="connsiteX4" fmla="*/ 1143000 w 1828800"/>
                <a:gd name="connsiteY4" fmla="*/ 2377440 h 2423160"/>
                <a:gd name="connsiteX5" fmla="*/ 0 w 1828800"/>
                <a:gd name="connsiteY5" fmla="*/ 2423160 h 2423160"/>
                <a:gd name="connsiteX0-1" fmla="*/ 0 w 1971675"/>
                <a:gd name="connsiteY0-2" fmla="*/ 2423160 h 2423160"/>
                <a:gd name="connsiteX1-3" fmla="*/ 1508760 w 1971675"/>
                <a:gd name="connsiteY1-4" fmla="*/ 0 h 2423160"/>
                <a:gd name="connsiteX2-5" fmla="*/ 1971675 w 1971675"/>
                <a:gd name="connsiteY2-6" fmla="*/ 722947 h 2423160"/>
                <a:gd name="connsiteX3-7" fmla="*/ 22860 w 1971675"/>
                <a:gd name="connsiteY3-8" fmla="*/ 685800 h 2423160"/>
                <a:gd name="connsiteX4-9" fmla="*/ 1143000 w 1971675"/>
                <a:gd name="connsiteY4-10" fmla="*/ 2377440 h 2423160"/>
                <a:gd name="connsiteX5-11" fmla="*/ 0 w 1971675"/>
                <a:gd name="connsiteY5-12" fmla="*/ 2423160 h 242316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71675" h="2423160">
                  <a:moveTo>
                    <a:pt x="0" y="2423160"/>
                  </a:moveTo>
                  <a:lnTo>
                    <a:pt x="1508760" y="0"/>
                  </a:lnTo>
                  <a:lnTo>
                    <a:pt x="1971675" y="722947"/>
                  </a:lnTo>
                  <a:lnTo>
                    <a:pt x="22860" y="685800"/>
                  </a:lnTo>
                  <a:lnTo>
                    <a:pt x="1143000" y="2377440"/>
                  </a:lnTo>
                  <a:lnTo>
                    <a:pt x="0" y="2423160"/>
                  </a:lnTo>
                  <a:close/>
                </a:path>
              </a:pathLst>
            </a:cu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1" name="直接连接符 700"/>
            <p:cNvCxnSpPr>
              <a:stCxn id="699" idx="3"/>
              <a:endCxn id="699" idx="1"/>
            </p:cNvCxnSpPr>
            <p:nvPr/>
          </p:nvCxnSpPr>
          <p:spPr>
            <a:xfrm flipH="1">
              <a:off x="1074420" y="3143250"/>
              <a:ext cx="2011680" cy="0"/>
            </a:xfrm>
            <a:prstGeom prst="line">
              <a:avLst/>
            </a:prstGeom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Line 38"/>
          <p:cNvSpPr>
            <a:spLocks noChangeShapeType="1"/>
          </p:cNvSpPr>
          <p:nvPr/>
        </p:nvSpPr>
        <p:spPr bwMode="auto">
          <a:xfrm>
            <a:off x="425450" y="6178550"/>
            <a:ext cx="82169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63"/>
          <p:cNvSpPr>
            <a:spLocks noChangeShapeType="1"/>
          </p:cNvSpPr>
          <p:nvPr/>
        </p:nvSpPr>
        <p:spPr bwMode="auto">
          <a:xfrm flipV="1">
            <a:off x="425450" y="1814286"/>
            <a:ext cx="2158093" cy="4364264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9203" y="65405"/>
            <a:ext cx="3142615" cy="781050"/>
          </a:xfrm>
          <a:prstGeom prst="rect">
            <a:avLst/>
          </a:prstGeom>
        </p:spPr>
      </p:pic>
      <p:sp>
        <p:nvSpPr>
          <p:cNvPr id="20" name="文本框 2"/>
          <p:cNvSpPr>
            <a:spLocks noChangeArrowheads="1"/>
          </p:cNvSpPr>
          <p:nvPr/>
        </p:nvSpPr>
        <p:spPr bwMode="auto">
          <a:xfrm>
            <a:off x="367397" y="263059"/>
            <a:ext cx="2210768" cy="461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网上简历填写</a:t>
            </a:r>
            <a:endParaRPr lang="zh-CN" altLang="en-US" sz="1800" dirty="0"/>
          </a:p>
        </p:txBody>
      </p:sp>
      <p:pic>
        <p:nvPicPr>
          <p:cNvPr id="23" name="Picture 14" descr="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89" y="878794"/>
            <a:ext cx="5681958" cy="5847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15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696" y="1243914"/>
            <a:ext cx="5217019" cy="54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 Box 16"/>
          <p:cNvSpPr txBox="1">
            <a:spLocks noChangeArrowheads="1"/>
          </p:cNvSpPr>
          <p:nvPr/>
        </p:nvSpPr>
        <p:spPr bwMode="auto">
          <a:xfrm>
            <a:off x="5104201" y="319602"/>
            <a:ext cx="2492990" cy="40011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bg1"/>
                </a:solidFill>
                <a:ea typeface="楷体" panose="02010609060101010101" charset="-122"/>
              </a:rPr>
              <a:t>自我评价和培训经历</a:t>
            </a:r>
            <a:endParaRPr lang="zh-CN" altLang="en-US" sz="2000" dirty="0">
              <a:solidFill>
                <a:schemeClr val="bg1"/>
              </a:solidFill>
              <a:ea typeface="楷体" panose="02010609060101010101" charset="-122"/>
            </a:endParaRPr>
          </a:p>
        </p:txBody>
      </p:sp>
      <p:grpSp>
        <p:nvGrpSpPr>
          <p:cNvPr id="27" name="Group 3"/>
          <p:cNvGrpSpPr/>
          <p:nvPr/>
        </p:nvGrpSpPr>
        <p:grpSpPr bwMode="auto">
          <a:xfrm>
            <a:off x="67489" y="371915"/>
            <a:ext cx="3370264" cy="592138"/>
            <a:chOff x="-21932" y="-66901"/>
            <a:chExt cx="3370217" cy="493479"/>
          </a:xfrm>
        </p:grpSpPr>
        <p:grpSp>
          <p:nvGrpSpPr>
            <p:cNvPr id="28" name="Group 4"/>
            <p:cNvGrpSpPr/>
            <p:nvPr/>
          </p:nvGrpSpPr>
          <p:grpSpPr bwMode="auto">
            <a:xfrm>
              <a:off x="-21932" y="-66901"/>
              <a:ext cx="3370217" cy="493479"/>
              <a:chOff x="-21932" y="-66901"/>
              <a:chExt cx="3370217" cy="493479"/>
            </a:xfrm>
          </p:grpSpPr>
          <p:sp>
            <p:nvSpPr>
              <p:cNvPr id="30" name="矩形 31"/>
              <p:cNvSpPr>
                <a:spLocks noChangeArrowheads="1"/>
              </p:cNvSpPr>
              <p:nvPr/>
            </p:nvSpPr>
            <p:spPr bwMode="auto">
              <a:xfrm>
                <a:off x="-21932" y="-66901"/>
                <a:ext cx="3052812" cy="493479"/>
              </a:xfrm>
              <a:prstGeom prst="rect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31" name="直角三角形 45"/>
              <p:cNvSpPr>
                <a:spLocks noChangeArrowheads="1"/>
              </p:cNvSpPr>
              <p:nvPr/>
            </p:nvSpPr>
            <p:spPr bwMode="auto">
              <a:xfrm>
                <a:off x="3030880" y="-64991"/>
                <a:ext cx="317405" cy="489657"/>
              </a:xfrm>
              <a:prstGeom prst="rtTriangle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sp>
          <p:nvSpPr>
            <p:cNvPr id="29" name="文本框 2"/>
            <p:cNvSpPr>
              <a:spLocks noChangeArrowheads="1"/>
            </p:cNvSpPr>
            <p:nvPr/>
          </p:nvSpPr>
          <p:spPr bwMode="auto">
            <a:xfrm>
              <a:off x="-21932" y="16210"/>
              <a:ext cx="2210737" cy="384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网上简历填写</a:t>
              </a:r>
              <a:endParaRPr lang="zh-CN" altLang="en-US" sz="1800" dirty="0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916193" y="360477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</a:rPr>
              <a:t>修改版</a:t>
            </a:r>
            <a:endParaRPr kumimoji="1"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6217" y="5326743"/>
            <a:ext cx="870857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注意事项：书写培训经历时应有</a:t>
            </a:r>
            <a:r>
              <a:rPr lang="zh-CN" altLang="en-US" sz="2800" b="1" u="sng" dirty="0">
                <a:solidFill>
                  <a:schemeClr val="bg1"/>
                </a:solidFill>
              </a:rPr>
              <a:t>条理</a:t>
            </a:r>
            <a:r>
              <a:rPr lang="zh-CN" altLang="en-US" sz="2400" b="1" dirty="0">
                <a:solidFill>
                  <a:srgbClr val="FF0000"/>
                </a:solidFill>
              </a:rPr>
              <a:t>的写。可按照所学内容分类写，也可按照所学阶段来写。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940" y="2461895"/>
            <a:ext cx="9352280" cy="22669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07770" y="1263015"/>
            <a:ext cx="93154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【培训经历】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构</a:t>
            </a:r>
            <a:endParaRPr lang="zh-CN" altLang="en-US" sz="2400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2017.07-2017.11</a:t>
            </a:r>
            <a:endParaRPr lang="en-US" altLang="zh-CN" sz="2400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培训机构：智游集团</a:t>
            </a:r>
            <a:endParaRPr lang="zh-CN" altLang="en-US" sz="2400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248" y="132715"/>
            <a:ext cx="3142615" cy="781050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0" y="7122860"/>
            <a:ext cx="12192000" cy="1213177"/>
          </a:xfrm>
          <a:prstGeom prst="roundRect">
            <a:avLst/>
          </a:prstGeom>
          <a:solidFill>
            <a:srgbClr val="CCFFCC"/>
          </a:solidFill>
          <a:ln>
            <a:solidFill>
              <a:srgbClr val="CCFF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sz="3200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solidFill>
                <a:srgbClr val="FFFF00"/>
              </a:soli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  <a:latin typeface="+mn-ea"/>
            </a:endParaRPr>
          </a:p>
          <a:p>
            <a:r>
              <a:rPr lang="zh-CN" altLang="en-US" sz="32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ea"/>
              </a:rPr>
              <a:t>建议：不要写培训经历，公司比较禁忌，非写的话，可以写两年前培训的。</a:t>
            </a:r>
            <a:endParaRPr lang="zh-CN" altLang="en-US" sz="3200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  <a:latin typeface="+mn-ea"/>
            </a:endParaRPr>
          </a:p>
          <a:p>
            <a:pPr algn="ctr"/>
            <a:endParaRPr lang="zh-CN" altLang="en-US" sz="4000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solidFill>
                <a:srgbClr val="FFFF00"/>
              </a:soli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  <a:latin typeface="+mn-ea"/>
            </a:endParaRPr>
          </a:p>
        </p:txBody>
      </p:sp>
      <p:grpSp>
        <p:nvGrpSpPr>
          <p:cNvPr id="8" name="Group 3"/>
          <p:cNvGrpSpPr/>
          <p:nvPr/>
        </p:nvGrpSpPr>
        <p:grpSpPr bwMode="auto">
          <a:xfrm>
            <a:off x="244441" y="182099"/>
            <a:ext cx="3370264" cy="592138"/>
            <a:chOff x="-21932" y="-66901"/>
            <a:chExt cx="3370217" cy="493479"/>
          </a:xfrm>
        </p:grpSpPr>
        <p:grpSp>
          <p:nvGrpSpPr>
            <p:cNvPr id="9" name="Group 4"/>
            <p:cNvGrpSpPr/>
            <p:nvPr/>
          </p:nvGrpSpPr>
          <p:grpSpPr bwMode="auto">
            <a:xfrm>
              <a:off x="-21932" y="-66901"/>
              <a:ext cx="3370217" cy="493479"/>
              <a:chOff x="-21932" y="-66901"/>
              <a:chExt cx="3370217" cy="493479"/>
            </a:xfrm>
          </p:grpSpPr>
          <p:sp>
            <p:nvSpPr>
              <p:cNvPr id="11" name="矩形 31"/>
              <p:cNvSpPr>
                <a:spLocks noChangeArrowheads="1"/>
              </p:cNvSpPr>
              <p:nvPr/>
            </p:nvSpPr>
            <p:spPr bwMode="auto">
              <a:xfrm>
                <a:off x="-21932" y="-66901"/>
                <a:ext cx="3052812" cy="493479"/>
              </a:xfrm>
              <a:prstGeom prst="rect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2" name="直角三角形 45"/>
              <p:cNvSpPr>
                <a:spLocks noChangeArrowheads="1"/>
              </p:cNvSpPr>
              <p:nvPr/>
            </p:nvSpPr>
            <p:spPr bwMode="auto">
              <a:xfrm>
                <a:off x="3030880" y="-64991"/>
                <a:ext cx="317405" cy="489657"/>
              </a:xfrm>
              <a:prstGeom prst="rtTriangle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sp>
          <p:nvSpPr>
            <p:cNvPr id="10" name="文本框 2"/>
            <p:cNvSpPr>
              <a:spLocks noChangeArrowheads="1"/>
            </p:cNvSpPr>
            <p:nvPr/>
          </p:nvSpPr>
          <p:spPr bwMode="auto">
            <a:xfrm>
              <a:off x="-21932" y="16210"/>
              <a:ext cx="2210737" cy="384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网上简历填写</a:t>
              </a:r>
              <a:endParaRPr lang="zh-CN" altLang="en-US" sz="1800" dirty="0"/>
            </a:p>
          </p:txBody>
        </p:sp>
      </p:grp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4737294" y="281826"/>
            <a:ext cx="3079689" cy="52322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ea typeface="楷体" panose="02010609060101010101" charset="-122"/>
              </a:rPr>
              <a:t>未修改版培训经历</a:t>
            </a:r>
            <a:endParaRPr lang="zh-CN" altLang="en-US" sz="2800" dirty="0">
              <a:solidFill>
                <a:schemeClr val="bg1"/>
              </a:solidFill>
              <a:ea typeface="楷体" panose="02010609060101010101" charset="-122"/>
            </a:endParaRPr>
          </a:p>
        </p:txBody>
      </p:sp>
    </p:spTree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组合 697"/>
          <p:cNvGrpSpPr/>
          <p:nvPr/>
        </p:nvGrpSpPr>
        <p:grpSpPr>
          <a:xfrm>
            <a:off x="13800856" y="1315336"/>
            <a:ext cx="1965110" cy="2206850"/>
            <a:chOff x="1074420" y="1325880"/>
            <a:chExt cx="2428875" cy="3634740"/>
          </a:xfrm>
        </p:grpSpPr>
        <p:sp>
          <p:nvSpPr>
            <p:cNvPr id="699" name="流程图: 决策 698"/>
            <p:cNvSpPr/>
            <p:nvPr/>
          </p:nvSpPr>
          <p:spPr>
            <a:xfrm>
              <a:off x="1074420" y="1325880"/>
              <a:ext cx="2011680" cy="3634740"/>
            </a:xfrm>
            <a:prstGeom prst="flowChartDecision">
              <a:avLst/>
            </a:pr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0" name="任意多边形 699"/>
            <p:cNvSpPr/>
            <p:nvPr/>
          </p:nvSpPr>
          <p:spPr>
            <a:xfrm>
              <a:off x="1531620" y="1577340"/>
              <a:ext cx="1971675" cy="2423160"/>
            </a:xfrm>
            <a:custGeom>
              <a:avLst/>
              <a:gdLst>
                <a:gd name="connsiteX0" fmla="*/ 0 w 1828800"/>
                <a:gd name="connsiteY0" fmla="*/ 2423160 h 2423160"/>
                <a:gd name="connsiteX1" fmla="*/ 1508760 w 1828800"/>
                <a:gd name="connsiteY1" fmla="*/ 0 h 2423160"/>
                <a:gd name="connsiteX2" fmla="*/ 1828800 w 1828800"/>
                <a:gd name="connsiteY2" fmla="*/ 594360 h 2423160"/>
                <a:gd name="connsiteX3" fmla="*/ 22860 w 1828800"/>
                <a:gd name="connsiteY3" fmla="*/ 685800 h 2423160"/>
                <a:gd name="connsiteX4" fmla="*/ 1143000 w 1828800"/>
                <a:gd name="connsiteY4" fmla="*/ 2377440 h 2423160"/>
                <a:gd name="connsiteX5" fmla="*/ 0 w 1828800"/>
                <a:gd name="connsiteY5" fmla="*/ 2423160 h 2423160"/>
                <a:gd name="connsiteX0-1" fmla="*/ 0 w 1971675"/>
                <a:gd name="connsiteY0-2" fmla="*/ 2423160 h 2423160"/>
                <a:gd name="connsiteX1-3" fmla="*/ 1508760 w 1971675"/>
                <a:gd name="connsiteY1-4" fmla="*/ 0 h 2423160"/>
                <a:gd name="connsiteX2-5" fmla="*/ 1971675 w 1971675"/>
                <a:gd name="connsiteY2-6" fmla="*/ 722947 h 2423160"/>
                <a:gd name="connsiteX3-7" fmla="*/ 22860 w 1971675"/>
                <a:gd name="connsiteY3-8" fmla="*/ 685800 h 2423160"/>
                <a:gd name="connsiteX4-9" fmla="*/ 1143000 w 1971675"/>
                <a:gd name="connsiteY4-10" fmla="*/ 2377440 h 2423160"/>
                <a:gd name="connsiteX5-11" fmla="*/ 0 w 1971675"/>
                <a:gd name="connsiteY5-12" fmla="*/ 2423160 h 242316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71675" h="2423160">
                  <a:moveTo>
                    <a:pt x="0" y="2423160"/>
                  </a:moveTo>
                  <a:lnTo>
                    <a:pt x="1508760" y="0"/>
                  </a:lnTo>
                  <a:lnTo>
                    <a:pt x="1971675" y="722947"/>
                  </a:lnTo>
                  <a:lnTo>
                    <a:pt x="22860" y="685800"/>
                  </a:lnTo>
                  <a:lnTo>
                    <a:pt x="1143000" y="2377440"/>
                  </a:lnTo>
                  <a:lnTo>
                    <a:pt x="0" y="2423160"/>
                  </a:lnTo>
                  <a:close/>
                </a:path>
              </a:pathLst>
            </a:cu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1" name="直接连接符 700"/>
            <p:cNvCxnSpPr>
              <a:stCxn id="699" idx="3"/>
              <a:endCxn id="699" idx="1"/>
            </p:cNvCxnSpPr>
            <p:nvPr/>
          </p:nvCxnSpPr>
          <p:spPr>
            <a:xfrm flipH="1">
              <a:off x="1074420" y="3143250"/>
              <a:ext cx="2011680" cy="0"/>
            </a:xfrm>
            <a:prstGeom prst="line">
              <a:avLst/>
            </a:prstGeom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Line 38"/>
          <p:cNvSpPr>
            <a:spLocks noChangeShapeType="1"/>
          </p:cNvSpPr>
          <p:nvPr/>
        </p:nvSpPr>
        <p:spPr bwMode="auto">
          <a:xfrm>
            <a:off x="425450" y="6178550"/>
            <a:ext cx="82169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63"/>
          <p:cNvSpPr>
            <a:spLocks noChangeShapeType="1"/>
          </p:cNvSpPr>
          <p:nvPr/>
        </p:nvSpPr>
        <p:spPr bwMode="auto">
          <a:xfrm flipV="1">
            <a:off x="425450" y="1814286"/>
            <a:ext cx="2158093" cy="4364264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9203" y="65405"/>
            <a:ext cx="3142615" cy="781050"/>
          </a:xfrm>
          <a:prstGeom prst="rect">
            <a:avLst/>
          </a:prstGeom>
        </p:spPr>
      </p:pic>
      <p:grpSp>
        <p:nvGrpSpPr>
          <p:cNvPr id="13" name="Group 3"/>
          <p:cNvGrpSpPr/>
          <p:nvPr/>
        </p:nvGrpSpPr>
        <p:grpSpPr bwMode="auto">
          <a:xfrm>
            <a:off x="153432" y="136234"/>
            <a:ext cx="3370264" cy="592138"/>
            <a:chOff x="-21932" y="-66901"/>
            <a:chExt cx="3370217" cy="493479"/>
          </a:xfrm>
        </p:grpSpPr>
        <p:grpSp>
          <p:nvGrpSpPr>
            <p:cNvPr id="14" name="Group 4"/>
            <p:cNvGrpSpPr/>
            <p:nvPr/>
          </p:nvGrpSpPr>
          <p:grpSpPr bwMode="auto">
            <a:xfrm>
              <a:off x="-21932" y="-66901"/>
              <a:ext cx="3370217" cy="493479"/>
              <a:chOff x="-21932" y="-66901"/>
              <a:chExt cx="3370217" cy="493479"/>
            </a:xfrm>
          </p:grpSpPr>
          <p:sp>
            <p:nvSpPr>
              <p:cNvPr id="16" name="矩形 31"/>
              <p:cNvSpPr>
                <a:spLocks noChangeArrowheads="1"/>
              </p:cNvSpPr>
              <p:nvPr/>
            </p:nvSpPr>
            <p:spPr bwMode="auto">
              <a:xfrm>
                <a:off x="-21932" y="-66901"/>
                <a:ext cx="3052812" cy="493479"/>
              </a:xfrm>
              <a:prstGeom prst="rect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7" name="直角三角形 45"/>
              <p:cNvSpPr>
                <a:spLocks noChangeArrowheads="1"/>
              </p:cNvSpPr>
              <p:nvPr/>
            </p:nvSpPr>
            <p:spPr bwMode="auto">
              <a:xfrm>
                <a:off x="3030880" y="-64991"/>
                <a:ext cx="317405" cy="489657"/>
              </a:xfrm>
              <a:prstGeom prst="rtTriangle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sp>
          <p:nvSpPr>
            <p:cNvPr id="15" name="文本框 2"/>
            <p:cNvSpPr>
              <a:spLocks noChangeArrowheads="1"/>
            </p:cNvSpPr>
            <p:nvPr/>
          </p:nvSpPr>
          <p:spPr bwMode="auto">
            <a:xfrm>
              <a:off x="-21932" y="16210"/>
              <a:ext cx="2210737" cy="384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网上简历填写</a:t>
              </a:r>
              <a:endParaRPr lang="zh-CN" altLang="en-US" sz="1800" dirty="0"/>
            </a:p>
          </p:txBody>
        </p:sp>
      </p:grpSp>
      <p:pic>
        <p:nvPicPr>
          <p:cNvPr id="18" name="Picture 13" descr="10语言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981075"/>
            <a:ext cx="8640762" cy="2595704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4" descr="11其他信息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3610267"/>
            <a:ext cx="8642350" cy="3143629"/>
          </a:xfrm>
          <a:prstGeom prst="rect">
            <a:avLst/>
          </a:prstGeom>
          <a:noFill/>
          <a:ln w="9525">
            <a:solidFill>
              <a:srgbClr val="5F1E0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 Box 15"/>
          <p:cNvSpPr txBox="1">
            <a:spLocks noChangeArrowheads="1"/>
          </p:cNvSpPr>
          <p:nvPr/>
        </p:nvSpPr>
        <p:spPr bwMode="auto">
          <a:xfrm>
            <a:off x="5364163" y="404813"/>
            <a:ext cx="2478087" cy="40481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bg1"/>
                </a:solidFill>
                <a:ea typeface="楷体" panose="02010609060101010101" charset="-122"/>
              </a:rPr>
              <a:t>语言能力和其他信息</a:t>
            </a:r>
            <a:endParaRPr lang="zh-CN" altLang="en-US" sz="2000" dirty="0">
              <a:solidFill>
                <a:schemeClr val="bg1"/>
              </a:solidFill>
              <a:ea typeface="楷体" panose="02010609060101010101" charset="-122"/>
            </a:endParaRPr>
          </a:p>
        </p:txBody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1" name="Picture 1" descr="D:\QQ\707514766\Image\C2C\3@_[]4BANM9)F`7YJ~DMB]I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06399" y="1132114"/>
            <a:ext cx="11103429" cy="3255652"/>
          </a:xfrm>
          <a:prstGeom prst="rect">
            <a:avLst/>
          </a:prstGeom>
          <a:noFill/>
        </p:spPr>
      </p:pic>
      <p:pic>
        <p:nvPicPr>
          <p:cNvPr id="71682" name="Picture 2" descr="D:\QQ\707514766\Image\C2C\QTTT2X[EZ_N[9XL(7@[Q]{X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0915" y="4426857"/>
            <a:ext cx="11103428" cy="2085975"/>
          </a:xfrm>
          <a:prstGeom prst="rect">
            <a:avLst/>
          </a:prstGeom>
          <a:noFill/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253" y="84455"/>
            <a:ext cx="3142615" cy="781050"/>
          </a:xfrm>
          <a:prstGeom prst="rect">
            <a:avLst/>
          </a:prstGeom>
        </p:spPr>
      </p:pic>
      <p:grpSp>
        <p:nvGrpSpPr>
          <p:cNvPr id="6" name="Group 3"/>
          <p:cNvGrpSpPr/>
          <p:nvPr/>
        </p:nvGrpSpPr>
        <p:grpSpPr bwMode="auto">
          <a:xfrm>
            <a:off x="153432" y="136234"/>
            <a:ext cx="3370264" cy="592138"/>
            <a:chOff x="-21932" y="-66901"/>
            <a:chExt cx="3370217" cy="493479"/>
          </a:xfrm>
        </p:grpSpPr>
        <p:grpSp>
          <p:nvGrpSpPr>
            <p:cNvPr id="7" name="Group 4"/>
            <p:cNvGrpSpPr/>
            <p:nvPr/>
          </p:nvGrpSpPr>
          <p:grpSpPr bwMode="auto">
            <a:xfrm>
              <a:off x="-21932" y="-66901"/>
              <a:ext cx="3370217" cy="493479"/>
              <a:chOff x="-21932" y="-66901"/>
              <a:chExt cx="3370217" cy="493479"/>
            </a:xfrm>
          </p:grpSpPr>
          <p:sp>
            <p:nvSpPr>
              <p:cNvPr id="9" name="矩形 31"/>
              <p:cNvSpPr>
                <a:spLocks noChangeArrowheads="1"/>
              </p:cNvSpPr>
              <p:nvPr/>
            </p:nvSpPr>
            <p:spPr bwMode="auto">
              <a:xfrm>
                <a:off x="-21932" y="-66901"/>
                <a:ext cx="3052812" cy="493479"/>
              </a:xfrm>
              <a:prstGeom prst="rect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0" name="直角三角形 45"/>
              <p:cNvSpPr>
                <a:spLocks noChangeArrowheads="1"/>
              </p:cNvSpPr>
              <p:nvPr/>
            </p:nvSpPr>
            <p:spPr bwMode="auto">
              <a:xfrm>
                <a:off x="3030880" y="-64991"/>
                <a:ext cx="317405" cy="489657"/>
              </a:xfrm>
              <a:prstGeom prst="rtTriangle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sp>
          <p:nvSpPr>
            <p:cNvPr id="8" name="文本框 2"/>
            <p:cNvSpPr>
              <a:spLocks noChangeArrowheads="1"/>
            </p:cNvSpPr>
            <p:nvPr/>
          </p:nvSpPr>
          <p:spPr bwMode="auto">
            <a:xfrm>
              <a:off x="-21932" y="16210"/>
              <a:ext cx="2210737" cy="384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自我评价填写</a:t>
              </a:r>
              <a:endParaRPr lang="zh-CN" altLang="en-US" sz="1800" dirty="0"/>
            </a:p>
          </p:txBody>
        </p:sp>
      </p:grpSp>
    </p:spTree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组合 697"/>
          <p:cNvGrpSpPr/>
          <p:nvPr/>
        </p:nvGrpSpPr>
        <p:grpSpPr>
          <a:xfrm>
            <a:off x="13800856" y="1315336"/>
            <a:ext cx="1965110" cy="2206850"/>
            <a:chOff x="1074420" y="1325880"/>
            <a:chExt cx="2428875" cy="3634740"/>
          </a:xfrm>
        </p:grpSpPr>
        <p:sp>
          <p:nvSpPr>
            <p:cNvPr id="699" name="流程图: 决策 698"/>
            <p:cNvSpPr/>
            <p:nvPr/>
          </p:nvSpPr>
          <p:spPr>
            <a:xfrm>
              <a:off x="1074420" y="1325880"/>
              <a:ext cx="2011680" cy="3634740"/>
            </a:xfrm>
            <a:prstGeom prst="flowChartDecision">
              <a:avLst/>
            </a:pr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0" name="任意多边形 699"/>
            <p:cNvSpPr/>
            <p:nvPr/>
          </p:nvSpPr>
          <p:spPr>
            <a:xfrm>
              <a:off x="1531620" y="1577340"/>
              <a:ext cx="1971675" cy="2423160"/>
            </a:xfrm>
            <a:custGeom>
              <a:avLst/>
              <a:gdLst>
                <a:gd name="connsiteX0" fmla="*/ 0 w 1828800"/>
                <a:gd name="connsiteY0" fmla="*/ 2423160 h 2423160"/>
                <a:gd name="connsiteX1" fmla="*/ 1508760 w 1828800"/>
                <a:gd name="connsiteY1" fmla="*/ 0 h 2423160"/>
                <a:gd name="connsiteX2" fmla="*/ 1828800 w 1828800"/>
                <a:gd name="connsiteY2" fmla="*/ 594360 h 2423160"/>
                <a:gd name="connsiteX3" fmla="*/ 22860 w 1828800"/>
                <a:gd name="connsiteY3" fmla="*/ 685800 h 2423160"/>
                <a:gd name="connsiteX4" fmla="*/ 1143000 w 1828800"/>
                <a:gd name="connsiteY4" fmla="*/ 2377440 h 2423160"/>
                <a:gd name="connsiteX5" fmla="*/ 0 w 1828800"/>
                <a:gd name="connsiteY5" fmla="*/ 2423160 h 2423160"/>
                <a:gd name="connsiteX0-1" fmla="*/ 0 w 1971675"/>
                <a:gd name="connsiteY0-2" fmla="*/ 2423160 h 2423160"/>
                <a:gd name="connsiteX1-3" fmla="*/ 1508760 w 1971675"/>
                <a:gd name="connsiteY1-4" fmla="*/ 0 h 2423160"/>
                <a:gd name="connsiteX2-5" fmla="*/ 1971675 w 1971675"/>
                <a:gd name="connsiteY2-6" fmla="*/ 722947 h 2423160"/>
                <a:gd name="connsiteX3-7" fmla="*/ 22860 w 1971675"/>
                <a:gd name="connsiteY3-8" fmla="*/ 685800 h 2423160"/>
                <a:gd name="connsiteX4-9" fmla="*/ 1143000 w 1971675"/>
                <a:gd name="connsiteY4-10" fmla="*/ 2377440 h 2423160"/>
                <a:gd name="connsiteX5-11" fmla="*/ 0 w 1971675"/>
                <a:gd name="connsiteY5-12" fmla="*/ 2423160 h 242316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71675" h="2423160">
                  <a:moveTo>
                    <a:pt x="0" y="2423160"/>
                  </a:moveTo>
                  <a:lnTo>
                    <a:pt x="1508760" y="0"/>
                  </a:lnTo>
                  <a:lnTo>
                    <a:pt x="1971675" y="722947"/>
                  </a:lnTo>
                  <a:lnTo>
                    <a:pt x="22860" y="685800"/>
                  </a:lnTo>
                  <a:lnTo>
                    <a:pt x="1143000" y="2377440"/>
                  </a:lnTo>
                  <a:lnTo>
                    <a:pt x="0" y="2423160"/>
                  </a:lnTo>
                  <a:close/>
                </a:path>
              </a:pathLst>
            </a:cu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1" name="直接连接符 700"/>
            <p:cNvCxnSpPr>
              <a:stCxn id="699" idx="3"/>
              <a:endCxn id="699" idx="1"/>
            </p:cNvCxnSpPr>
            <p:nvPr/>
          </p:nvCxnSpPr>
          <p:spPr>
            <a:xfrm flipH="1">
              <a:off x="1074420" y="3143250"/>
              <a:ext cx="2011680" cy="0"/>
            </a:xfrm>
            <a:prstGeom prst="line">
              <a:avLst/>
            </a:prstGeom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Line 38"/>
          <p:cNvSpPr>
            <a:spLocks noChangeShapeType="1"/>
          </p:cNvSpPr>
          <p:nvPr/>
        </p:nvSpPr>
        <p:spPr bwMode="auto">
          <a:xfrm>
            <a:off x="425450" y="6178550"/>
            <a:ext cx="82169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63"/>
          <p:cNvSpPr>
            <a:spLocks noChangeShapeType="1"/>
          </p:cNvSpPr>
          <p:nvPr/>
        </p:nvSpPr>
        <p:spPr bwMode="auto">
          <a:xfrm flipV="1">
            <a:off x="425450" y="1814286"/>
            <a:ext cx="2158093" cy="4364264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9203" y="65405"/>
            <a:ext cx="3142615" cy="781050"/>
          </a:xfrm>
          <a:prstGeom prst="rect">
            <a:avLst/>
          </a:prstGeom>
        </p:spPr>
      </p:pic>
      <p:pic>
        <p:nvPicPr>
          <p:cNvPr id="13" name="Picture 13" descr="项目经验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00" y="920472"/>
            <a:ext cx="8620125" cy="5724804"/>
          </a:xfrm>
          <a:prstGeom prst="rect">
            <a:avLst/>
          </a:prstGeom>
          <a:noFill/>
          <a:ln w="9525">
            <a:solidFill>
              <a:srgbClr val="5F1E0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3"/>
          <p:cNvGrpSpPr/>
          <p:nvPr/>
        </p:nvGrpSpPr>
        <p:grpSpPr bwMode="auto">
          <a:xfrm>
            <a:off x="153432" y="136234"/>
            <a:ext cx="3370264" cy="592138"/>
            <a:chOff x="-21932" y="-66901"/>
            <a:chExt cx="3370217" cy="493479"/>
          </a:xfrm>
        </p:grpSpPr>
        <p:grpSp>
          <p:nvGrpSpPr>
            <p:cNvPr id="15" name="Group 4"/>
            <p:cNvGrpSpPr/>
            <p:nvPr/>
          </p:nvGrpSpPr>
          <p:grpSpPr bwMode="auto">
            <a:xfrm>
              <a:off x="-21932" y="-66901"/>
              <a:ext cx="3370217" cy="493479"/>
              <a:chOff x="-21932" y="-66901"/>
              <a:chExt cx="3370217" cy="493479"/>
            </a:xfrm>
          </p:grpSpPr>
          <p:sp>
            <p:nvSpPr>
              <p:cNvPr id="17" name="矩形 31"/>
              <p:cNvSpPr>
                <a:spLocks noChangeArrowheads="1"/>
              </p:cNvSpPr>
              <p:nvPr/>
            </p:nvSpPr>
            <p:spPr bwMode="auto">
              <a:xfrm>
                <a:off x="-21932" y="-66901"/>
                <a:ext cx="3052812" cy="493479"/>
              </a:xfrm>
              <a:prstGeom prst="rect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8" name="直角三角形 45"/>
              <p:cNvSpPr>
                <a:spLocks noChangeArrowheads="1"/>
              </p:cNvSpPr>
              <p:nvPr/>
            </p:nvSpPr>
            <p:spPr bwMode="auto">
              <a:xfrm>
                <a:off x="3030880" y="-64991"/>
                <a:ext cx="317405" cy="489657"/>
              </a:xfrm>
              <a:prstGeom prst="rtTriangle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sp>
          <p:nvSpPr>
            <p:cNvPr id="16" name="文本框 2"/>
            <p:cNvSpPr>
              <a:spLocks noChangeArrowheads="1"/>
            </p:cNvSpPr>
            <p:nvPr/>
          </p:nvSpPr>
          <p:spPr bwMode="auto">
            <a:xfrm>
              <a:off x="-21932" y="16210"/>
              <a:ext cx="2210737" cy="384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网上简历填写</a:t>
              </a:r>
              <a:endParaRPr lang="zh-CN" altLang="en-US" sz="1800" dirty="0"/>
            </a:p>
          </p:txBody>
        </p:sp>
      </p:grpSp>
      <p:sp>
        <p:nvSpPr>
          <p:cNvPr id="19" name="Text Box 14"/>
          <p:cNvSpPr txBox="1">
            <a:spLocks noChangeArrowheads="1"/>
          </p:cNvSpPr>
          <p:nvPr/>
        </p:nvSpPr>
        <p:spPr bwMode="auto">
          <a:xfrm>
            <a:off x="5292725" y="333375"/>
            <a:ext cx="2519363" cy="52322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ea typeface="楷体" panose="02010609060101010101" charset="-122"/>
              </a:rPr>
              <a:t>填写项目经验</a:t>
            </a:r>
            <a:endParaRPr lang="zh-CN" altLang="en-US" sz="2800" dirty="0">
              <a:solidFill>
                <a:schemeClr val="bg1"/>
              </a:solidFill>
              <a:ea typeface="楷体" panose="02010609060101010101" charset="-122"/>
            </a:endParaRPr>
          </a:p>
        </p:txBody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组合 697"/>
          <p:cNvGrpSpPr/>
          <p:nvPr/>
        </p:nvGrpSpPr>
        <p:grpSpPr>
          <a:xfrm>
            <a:off x="13800856" y="1315336"/>
            <a:ext cx="1965110" cy="2206850"/>
            <a:chOff x="1074420" y="1325880"/>
            <a:chExt cx="2428875" cy="3634740"/>
          </a:xfrm>
        </p:grpSpPr>
        <p:sp>
          <p:nvSpPr>
            <p:cNvPr id="699" name="流程图: 决策 698"/>
            <p:cNvSpPr/>
            <p:nvPr/>
          </p:nvSpPr>
          <p:spPr>
            <a:xfrm>
              <a:off x="1074420" y="1325880"/>
              <a:ext cx="2011680" cy="3634740"/>
            </a:xfrm>
            <a:prstGeom prst="flowChartDecision">
              <a:avLst/>
            </a:pr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0" name="任意多边形 699"/>
            <p:cNvSpPr/>
            <p:nvPr/>
          </p:nvSpPr>
          <p:spPr>
            <a:xfrm>
              <a:off x="1531620" y="1577340"/>
              <a:ext cx="1971675" cy="2423160"/>
            </a:xfrm>
            <a:custGeom>
              <a:avLst/>
              <a:gdLst>
                <a:gd name="connsiteX0" fmla="*/ 0 w 1828800"/>
                <a:gd name="connsiteY0" fmla="*/ 2423160 h 2423160"/>
                <a:gd name="connsiteX1" fmla="*/ 1508760 w 1828800"/>
                <a:gd name="connsiteY1" fmla="*/ 0 h 2423160"/>
                <a:gd name="connsiteX2" fmla="*/ 1828800 w 1828800"/>
                <a:gd name="connsiteY2" fmla="*/ 594360 h 2423160"/>
                <a:gd name="connsiteX3" fmla="*/ 22860 w 1828800"/>
                <a:gd name="connsiteY3" fmla="*/ 685800 h 2423160"/>
                <a:gd name="connsiteX4" fmla="*/ 1143000 w 1828800"/>
                <a:gd name="connsiteY4" fmla="*/ 2377440 h 2423160"/>
                <a:gd name="connsiteX5" fmla="*/ 0 w 1828800"/>
                <a:gd name="connsiteY5" fmla="*/ 2423160 h 2423160"/>
                <a:gd name="connsiteX0-1" fmla="*/ 0 w 1971675"/>
                <a:gd name="connsiteY0-2" fmla="*/ 2423160 h 2423160"/>
                <a:gd name="connsiteX1-3" fmla="*/ 1508760 w 1971675"/>
                <a:gd name="connsiteY1-4" fmla="*/ 0 h 2423160"/>
                <a:gd name="connsiteX2-5" fmla="*/ 1971675 w 1971675"/>
                <a:gd name="connsiteY2-6" fmla="*/ 722947 h 2423160"/>
                <a:gd name="connsiteX3-7" fmla="*/ 22860 w 1971675"/>
                <a:gd name="connsiteY3-8" fmla="*/ 685800 h 2423160"/>
                <a:gd name="connsiteX4-9" fmla="*/ 1143000 w 1971675"/>
                <a:gd name="connsiteY4-10" fmla="*/ 2377440 h 2423160"/>
                <a:gd name="connsiteX5-11" fmla="*/ 0 w 1971675"/>
                <a:gd name="connsiteY5-12" fmla="*/ 2423160 h 242316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71675" h="2423160">
                  <a:moveTo>
                    <a:pt x="0" y="2423160"/>
                  </a:moveTo>
                  <a:lnTo>
                    <a:pt x="1508760" y="0"/>
                  </a:lnTo>
                  <a:lnTo>
                    <a:pt x="1971675" y="722947"/>
                  </a:lnTo>
                  <a:lnTo>
                    <a:pt x="22860" y="685800"/>
                  </a:lnTo>
                  <a:lnTo>
                    <a:pt x="1143000" y="2377440"/>
                  </a:lnTo>
                  <a:lnTo>
                    <a:pt x="0" y="2423160"/>
                  </a:lnTo>
                  <a:close/>
                </a:path>
              </a:pathLst>
            </a:cu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1" name="直接连接符 700"/>
            <p:cNvCxnSpPr>
              <a:stCxn id="699" idx="3"/>
              <a:endCxn id="699" idx="1"/>
            </p:cNvCxnSpPr>
            <p:nvPr/>
          </p:nvCxnSpPr>
          <p:spPr>
            <a:xfrm flipH="1">
              <a:off x="1074420" y="3143250"/>
              <a:ext cx="2011680" cy="0"/>
            </a:xfrm>
            <a:prstGeom prst="line">
              <a:avLst/>
            </a:prstGeom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Line 38"/>
          <p:cNvSpPr>
            <a:spLocks noChangeShapeType="1"/>
          </p:cNvSpPr>
          <p:nvPr/>
        </p:nvSpPr>
        <p:spPr bwMode="auto">
          <a:xfrm>
            <a:off x="425450" y="6178550"/>
            <a:ext cx="82169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63"/>
          <p:cNvSpPr>
            <a:spLocks noChangeShapeType="1"/>
          </p:cNvSpPr>
          <p:nvPr/>
        </p:nvSpPr>
        <p:spPr bwMode="auto">
          <a:xfrm flipV="1">
            <a:off x="425450" y="1814286"/>
            <a:ext cx="2158093" cy="4364264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9203" y="65405"/>
            <a:ext cx="3142615" cy="781050"/>
          </a:xfrm>
          <a:prstGeom prst="rect">
            <a:avLst/>
          </a:prstGeom>
        </p:spPr>
      </p:pic>
      <p:pic>
        <p:nvPicPr>
          <p:cNvPr id="9" name="Picture 14" descr="专业技能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1105023"/>
            <a:ext cx="8867775" cy="5556014"/>
          </a:xfrm>
          <a:prstGeom prst="rect">
            <a:avLst/>
          </a:prstGeom>
          <a:noFill/>
          <a:ln w="9525">
            <a:solidFill>
              <a:srgbClr val="5F1E0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3"/>
          <p:cNvGrpSpPr/>
          <p:nvPr/>
        </p:nvGrpSpPr>
        <p:grpSpPr bwMode="auto">
          <a:xfrm>
            <a:off x="153432" y="136234"/>
            <a:ext cx="3370264" cy="592138"/>
            <a:chOff x="-21932" y="-66901"/>
            <a:chExt cx="3370217" cy="493479"/>
          </a:xfrm>
        </p:grpSpPr>
        <p:grpSp>
          <p:nvGrpSpPr>
            <p:cNvPr id="11" name="Group 4"/>
            <p:cNvGrpSpPr/>
            <p:nvPr/>
          </p:nvGrpSpPr>
          <p:grpSpPr bwMode="auto">
            <a:xfrm>
              <a:off x="-21932" y="-66901"/>
              <a:ext cx="3370217" cy="493479"/>
              <a:chOff x="-21932" y="-66901"/>
              <a:chExt cx="3370217" cy="493479"/>
            </a:xfrm>
          </p:grpSpPr>
          <p:sp>
            <p:nvSpPr>
              <p:cNvPr id="13" name="矩形 31"/>
              <p:cNvSpPr>
                <a:spLocks noChangeArrowheads="1"/>
              </p:cNvSpPr>
              <p:nvPr/>
            </p:nvSpPr>
            <p:spPr bwMode="auto">
              <a:xfrm>
                <a:off x="-21932" y="-66901"/>
                <a:ext cx="3052812" cy="493479"/>
              </a:xfrm>
              <a:prstGeom prst="rect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4" name="直角三角形 45"/>
              <p:cNvSpPr>
                <a:spLocks noChangeArrowheads="1"/>
              </p:cNvSpPr>
              <p:nvPr/>
            </p:nvSpPr>
            <p:spPr bwMode="auto">
              <a:xfrm>
                <a:off x="3030880" y="-64991"/>
                <a:ext cx="317405" cy="489657"/>
              </a:xfrm>
              <a:prstGeom prst="rtTriangle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sp>
          <p:nvSpPr>
            <p:cNvPr id="12" name="文本框 2"/>
            <p:cNvSpPr>
              <a:spLocks noChangeArrowheads="1"/>
            </p:cNvSpPr>
            <p:nvPr/>
          </p:nvSpPr>
          <p:spPr bwMode="auto">
            <a:xfrm>
              <a:off x="-21932" y="16210"/>
              <a:ext cx="2210737" cy="384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网上简历填写</a:t>
              </a:r>
              <a:endParaRPr lang="zh-CN" altLang="en-US" sz="1800" dirty="0"/>
            </a:p>
          </p:txBody>
        </p:sp>
      </p:grp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4932363" y="333375"/>
            <a:ext cx="2160587" cy="46166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ea typeface="楷体" panose="02010609060101010101" charset="-122"/>
              </a:rPr>
              <a:t>填写专业经验</a:t>
            </a:r>
            <a:endParaRPr lang="zh-CN" altLang="en-US" sz="2400" dirty="0">
              <a:solidFill>
                <a:schemeClr val="bg1"/>
              </a:solidFill>
              <a:ea typeface="楷体" panose="02010609060101010101" charset="-122"/>
            </a:endParaRPr>
          </a:p>
        </p:txBody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1" name="Picture 1" descr="D:\QQ\707514766\Image\C2C\EIQ1XG75KNN{0WQZB9[)YX0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79186" y="1144814"/>
            <a:ext cx="8753475" cy="5076825"/>
          </a:xfrm>
          <a:prstGeom prst="rect">
            <a:avLst/>
          </a:prstGeom>
          <a:noFill/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5088" y="123190"/>
            <a:ext cx="3142615" cy="781050"/>
          </a:xfrm>
          <a:prstGeom prst="rect">
            <a:avLst/>
          </a:prstGeom>
        </p:spPr>
      </p:pic>
      <p:grpSp>
        <p:nvGrpSpPr>
          <p:cNvPr id="5" name="Group 3"/>
          <p:cNvGrpSpPr/>
          <p:nvPr/>
        </p:nvGrpSpPr>
        <p:grpSpPr bwMode="auto">
          <a:xfrm>
            <a:off x="153432" y="136234"/>
            <a:ext cx="3370264" cy="592138"/>
            <a:chOff x="-21932" y="-66901"/>
            <a:chExt cx="3370217" cy="493479"/>
          </a:xfrm>
        </p:grpSpPr>
        <p:grpSp>
          <p:nvGrpSpPr>
            <p:cNvPr id="6" name="Group 4"/>
            <p:cNvGrpSpPr/>
            <p:nvPr/>
          </p:nvGrpSpPr>
          <p:grpSpPr bwMode="auto">
            <a:xfrm>
              <a:off x="-21932" y="-66901"/>
              <a:ext cx="3370217" cy="493479"/>
              <a:chOff x="-21932" y="-66901"/>
              <a:chExt cx="3370217" cy="493479"/>
            </a:xfrm>
          </p:grpSpPr>
          <p:sp>
            <p:nvSpPr>
              <p:cNvPr id="8" name="矩形 31"/>
              <p:cNvSpPr>
                <a:spLocks noChangeArrowheads="1"/>
              </p:cNvSpPr>
              <p:nvPr/>
            </p:nvSpPr>
            <p:spPr bwMode="auto">
              <a:xfrm>
                <a:off x="-21932" y="-66901"/>
                <a:ext cx="3052812" cy="493479"/>
              </a:xfrm>
              <a:prstGeom prst="rect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9" name="直角三角形 45"/>
              <p:cNvSpPr>
                <a:spLocks noChangeArrowheads="1"/>
              </p:cNvSpPr>
              <p:nvPr/>
            </p:nvSpPr>
            <p:spPr bwMode="auto">
              <a:xfrm>
                <a:off x="3030880" y="-64991"/>
                <a:ext cx="317405" cy="489657"/>
              </a:xfrm>
              <a:prstGeom prst="rtTriangle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sp>
          <p:nvSpPr>
            <p:cNvPr id="7" name="文本框 2"/>
            <p:cNvSpPr>
              <a:spLocks noChangeArrowheads="1"/>
            </p:cNvSpPr>
            <p:nvPr/>
          </p:nvSpPr>
          <p:spPr bwMode="auto">
            <a:xfrm>
              <a:off x="-21932" y="16210"/>
              <a:ext cx="2210737" cy="384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网上简历填写</a:t>
              </a:r>
              <a:endParaRPr lang="zh-CN" altLang="en-US" sz="1800" dirty="0"/>
            </a:p>
          </p:txBody>
        </p:sp>
      </p:grpSp>
    </p:spTree>
  </p:cSld>
  <p:clrMapOvr>
    <a:masterClrMapping/>
  </p:clrMapOvr>
  <p:transition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95299" y="1330324"/>
            <a:ext cx="10339513" cy="2211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478971" y="3889829"/>
            <a:ext cx="8142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证书：国家工信部高级软件工程师      计算机二级                  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50444" y="4542971"/>
            <a:ext cx="2090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驾驶证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468" y="45720"/>
            <a:ext cx="3142615" cy="781050"/>
          </a:xfrm>
          <a:prstGeom prst="rect">
            <a:avLst/>
          </a:prstGeom>
        </p:spPr>
      </p:pic>
      <p:grpSp>
        <p:nvGrpSpPr>
          <p:cNvPr id="8" name="Group 3"/>
          <p:cNvGrpSpPr/>
          <p:nvPr/>
        </p:nvGrpSpPr>
        <p:grpSpPr bwMode="auto">
          <a:xfrm>
            <a:off x="153432" y="136234"/>
            <a:ext cx="3370264" cy="592138"/>
            <a:chOff x="-21932" y="-66901"/>
            <a:chExt cx="3370217" cy="493479"/>
          </a:xfrm>
        </p:grpSpPr>
        <p:grpSp>
          <p:nvGrpSpPr>
            <p:cNvPr id="9" name="Group 4"/>
            <p:cNvGrpSpPr/>
            <p:nvPr/>
          </p:nvGrpSpPr>
          <p:grpSpPr bwMode="auto">
            <a:xfrm>
              <a:off x="-21932" y="-66901"/>
              <a:ext cx="3370217" cy="493479"/>
              <a:chOff x="-21932" y="-66901"/>
              <a:chExt cx="3370217" cy="493479"/>
            </a:xfrm>
          </p:grpSpPr>
          <p:sp>
            <p:nvSpPr>
              <p:cNvPr id="11" name="矩形 31"/>
              <p:cNvSpPr>
                <a:spLocks noChangeArrowheads="1"/>
              </p:cNvSpPr>
              <p:nvPr/>
            </p:nvSpPr>
            <p:spPr bwMode="auto">
              <a:xfrm>
                <a:off x="-21932" y="-66901"/>
                <a:ext cx="3052812" cy="493479"/>
              </a:xfrm>
              <a:prstGeom prst="rect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2" name="直角三角形 45"/>
              <p:cNvSpPr>
                <a:spLocks noChangeArrowheads="1"/>
              </p:cNvSpPr>
              <p:nvPr/>
            </p:nvSpPr>
            <p:spPr bwMode="auto">
              <a:xfrm>
                <a:off x="3030880" y="-64991"/>
                <a:ext cx="317405" cy="489657"/>
              </a:xfrm>
              <a:prstGeom prst="rtTriangle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sp>
          <p:nvSpPr>
            <p:cNvPr id="10" name="文本框 2"/>
            <p:cNvSpPr>
              <a:spLocks noChangeArrowheads="1"/>
            </p:cNvSpPr>
            <p:nvPr/>
          </p:nvSpPr>
          <p:spPr bwMode="auto">
            <a:xfrm>
              <a:off x="-21932" y="16210"/>
              <a:ext cx="2210737" cy="384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校内荣誉奖项</a:t>
              </a:r>
              <a:endParaRPr lang="zh-CN" altLang="en-US" sz="1800" dirty="0"/>
            </a:p>
          </p:txBody>
        </p:sp>
      </p:grpSp>
    </p:spTree>
  </p:cSld>
  <p:clrMapOvr>
    <a:masterClrMapping/>
  </p:clrMapOvr>
  <p:transition>
    <p:cover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组合 697"/>
          <p:cNvGrpSpPr/>
          <p:nvPr/>
        </p:nvGrpSpPr>
        <p:grpSpPr>
          <a:xfrm>
            <a:off x="13800856" y="1315336"/>
            <a:ext cx="1965110" cy="2206850"/>
            <a:chOff x="1074420" y="1325880"/>
            <a:chExt cx="2428875" cy="3634740"/>
          </a:xfrm>
        </p:grpSpPr>
        <p:sp>
          <p:nvSpPr>
            <p:cNvPr id="699" name="流程图: 决策 698"/>
            <p:cNvSpPr/>
            <p:nvPr/>
          </p:nvSpPr>
          <p:spPr>
            <a:xfrm>
              <a:off x="1074420" y="1325880"/>
              <a:ext cx="2011680" cy="3634740"/>
            </a:xfrm>
            <a:prstGeom prst="flowChartDecision">
              <a:avLst/>
            </a:pr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0" name="任意多边形 699"/>
            <p:cNvSpPr/>
            <p:nvPr/>
          </p:nvSpPr>
          <p:spPr>
            <a:xfrm>
              <a:off x="1531620" y="1577340"/>
              <a:ext cx="1971675" cy="2423160"/>
            </a:xfrm>
            <a:custGeom>
              <a:avLst/>
              <a:gdLst>
                <a:gd name="connsiteX0" fmla="*/ 0 w 1828800"/>
                <a:gd name="connsiteY0" fmla="*/ 2423160 h 2423160"/>
                <a:gd name="connsiteX1" fmla="*/ 1508760 w 1828800"/>
                <a:gd name="connsiteY1" fmla="*/ 0 h 2423160"/>
                <a:gd name="connsiteX2" fmla="*/ 1828800 w 1828800"/>
                <a:gd name="connsiteY2" fmla="*/ 594360 h 2423160"/>
                <a:gd name="connsiteX3" fmla="*/ 22860 w 1828800"/>
                <a:gd name="connsiteY3" fmla="*/ 685800 h 2423160"/>
                <a:gd name="connsiteX4" fmla="*/ 1143000 w 1828800"/>
                <a:gd name="connsiteY4" fmla="*/ 2377440 h 2423160"/>
                <a:gd name="connsiteX5" fmla="*/ 0 w 1828800"/>
                <a:gd name="connsiteY5" fmla="*/ 2423160 h 2423160"/>
                <a:gd name="connsiteX0-1" fmla="*/ 0 w 1971675"/>
                <a:gd name="connsiteY0-2" fmla="*/ 2423160 h 2423160"/>
                <a:gd name="connsiteX1-3" fmla="*/ 1508760 w 1971675"/>
                <a:gd name="connsiteY1-4" fmla="*/ 0 h 2423160"/>
                <a:gd name="connsiteX2-5" fmla="*/ 1971675 w 1971675"/>
                <a:gd name="connsiteY2-6" fmla="*/ 722947 h 2423160"/>
                <a:gd name="connsiteX3-7" fmla="*/ 22860 w 1971675"/>
                <a:gd name="connsiteY3-8" fmla="*/ 685800 h 2423160"/>
                <a:gd name="connsiteX4-9" fmla="*/ 1143000 w 1971675"/>
                <a:gd name="connsiteY4-10" fmla="*/ 2377440 h 2423160"/>
                <a:gd name="connsiteX5-11" fmla="*/ 0 w 1971675"/>
                <a:gd name="connsiteY5-12" fmla="*/ 2423160 h 242316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71675" h="2423160">
                  <a:moveTo>
                    <a:pt x="0" y="2423160"/>
                  </a:moveTo>
                  <a:lnTo>
                    <a:pt x="1508760" y="0"/>
                  </a:lnTo>
                  <a:lnTo>
                    <a:pt x="1971675" y="722947"/>
                  </a:lnTo>
                  <a:lnTo>
                    <a:pt x="22860" y="685800"/>
                  </a:lnTo>
                  <a:lnTo>
                    <a:pt x="1143000" y="2377440"/>
                  </a:lnTo>
                  <a:lnTo>
                    <a:pt x="0" y="2423160"/>
                  </a:lnTo>
                  <a:close/>
                </a:path>
              </a:pathLst>
            </a:cu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1" name="直接连接符 700"/>
            <p:cNvCxnSpPr>
              <a:stCxn id="699" idx="3"/>
              <a:endCxn id="699" idx="1"/>
            </p:cNvCxnSpPr>
            <p:nvPr/>
          </p:nvCxnSpPr>
          <p:spPr>
            <a:xfrm flipH="1">
              <a:off x="1074420" y="3143250"/>
              <a:ext cx="2011680" cy="0"/>
            </a:xfrm>
            <a:prstGeom prst="line">
              <a:avLst/>
            </a:prstGeom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Line 38"/>
          <p:cNvSpPr>
            <a:spLocks noChangeShapeType="1"/>
          </p:cNvSpPr>
          <p:nvPr/>
        </p:nvSpPr>
        <p:spPr bwMode="auto">
          <a:xfrm>
            <a:off x="425450" y="6178550"/>
            <a:ext cx="82169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63"/>
          <p:cNvSpPr>
            <a:spLocks noChangeShapeType="1"/>
          </p:cNvSpPr>
          <p:nvPr/>
        </p:nvSpPr>
        <p:spPr bwMode="auto">
          <a:xfrm flipV="1">
            <a:off x="425450" y="1814286"/>
            <a:ext cx="2158093" cy="4364264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9203" y="65405"/>
            <a:ext cx="3142615" cy="781050"/>
          </a:xfrm>
          <a:prstGeom prst="rect">
            <a:avLst/>
          </a:prstGeom>
        </p:spPr>
      </p:pic>
      <p:pic>
        <p:nvPicPr>
          <p:cNvPr id="9" name="Picture 24" descr="C:\Users\Administrator\Desktop\图片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88" y="1194343"/>
            <a:ext cx="8972550" cy="208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5" descr="C:\Users\Administrator\Desktop\图片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3" y="3203574"/>
            <a:ext cx="8982075" cy="1266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6" descr="C:\Users\Administrator\Desktop\图片3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3" y="4470399"/>
            <a:ext cx="8982075" cy="2157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3"/>
          <p:cNvGrpSpPr/>
          <p:nvPr/>
        </p:nvGrpSpPr>
        <p:grpSpPr bwMode="auto">
          <a:xfrm>
            <a:off x="153432" y="136234"/>
            <a:ext cx="3370264" cy="592138"/>
            <a:chOff x="-21932" y="-66901"/>
            <a:chExt cx="3370217" cy="493479"/>
          </a:xfrm>
        </p:grpSpPr>
        <p:grpSp>
          <p:nvGrpSpPr>
            <p:cNvPr id="13" name="Group 4"/>
            <p:cNvGrpSpPr/>
            <p:nvPr/>
          </p:nvGrpSpPr>
          <p:grpSpPr bwMode="auto">
            <a:xfrm>
              <a:off x="-21932" y="-66901"/>
              <a:ext cx="3370217" cy="493479"/>
              <a:chOff x="-21932" y="-66901"/>
              <a:chExt cx="3370217" cy="493479"/>
            </a:xfrm>
          </p:grpSpPr>
          <p:sp>
            <p:nvSpPr>
              <p:cNvPr id="15" name="矩形 31"/>
              <p:cNvSpPr>
                <a:spLocks noChangeArrowheads="1"/>
              </p:cNvSpPr>
              <p:nvPr/>
            </p:nvSpPr>
            <p:spPr bwMode="auto">
              <a:xfrm>
                <a:off x="-21932" y="-66901"/>
                <a:ext cx="3052812" cy="493479"/>
              </a:xfrm>
              <a:prstGeom prst="rect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6" name="直角三角形 45"/>
              <p:cNvSpPr>
                <a:spLocks noChangeArrowheads="1"/>
              </p:cNvSpPr>
              <p:nvPr/>
            </p:nvSpPr>
            <p:spPr bwMode="auto">
              <a:xfrm>
                <a:off x="3030880" y="-64991"/>
                <a:ext cx="317405" cy="489657"/>
              </a:xfrm>
              <a:prstGeom prst="rtTriangle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sp>
          <p:nvSpPr>
            <p:cNvPr id="14" name="文本框 2"/>
            <p:cNvSpPr>
              <a:spLocks noChangeArrowheads="1"/>
            </p:cNvSpPr>
            <p:nvPr/>
          </p:nvSpPr>
          <p:spPr bwMode="auto">
            <a:xfrm>
              <a:off x="-21932" y="16210"/>
              <a:ext cx="2210737" cy="384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网上简历填写</a:t>
              </a:r>
              <a:endParaRPr lang="zh-CN" altLang="en-US" sz="1800" dirty="0"/>
            </a:p>
          </p:txBody>
        </p:sp>
      </p:grpSp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组合 697"/>
          <p:cNvGrpSpPr/>
          <p:nvPr/>
        </p:nvGrpSpPr>
        <p:grpSpPr>
          <a:xfrm>
            <a:off x="13800856" y="1315336"/>
            <a:ext cx="1965110" cy="2206850"/>
            <a:chOff x="1074420" y="1325880"/>
            <a:chExt cx="2428875" cy="3634740"/>
          </a:xfrm>
        </p:grpSpPr>
        <p:sp>
          <p:nvSpPr>
            <p:cNvPr id="699" name="流程图: 决策 698"/>
            <p:cNvSpPr/>
            <p:nvPr/>
          </p:nvSpPr>
          <p:spPr>
            <a:xfrm>
              <a:off x="1074420" y="1325880"/>
              <a:ext cx="2011680" cy="3634740"/>
            </a:xfrm>
            <a:prstGeom prst="flowChartDecision">
              <a:avLst/>
            </a:pr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0" name="任意多边形 699"/>
            <p:cNvSpPr/>
            <p:nvPr/>
          </p:nvSpPr>
          <p:spPr>
            <a:xfrm>
              <a:off x="1531620" y="1577340"/>
              <a:ext cx="1971675" cy="2423160"/>
            </a:xfrm>
            <a:custGeom>
              <a:avLst/>
              <a:gdLst>
                <a:gd name="connsiteX0" fmla="*/ 0 w 1828800"/>
                <a:gd name="connsiteY0" fmla="*/ 2423160 h 2423160"/>
                <a:gd name="connsiteX1" fmla="*/ 1508760 w 1828800"/>
                <a:gd name="connsiteY1" fmla="*/ 0 h 2423160"/>
                <a:gd name="connsiteX2" fmla="*/ 1828800 w 1828800"/>
                <a:gd name="connsiteY2" fmla="*/ 594360 h 2423160"/>
                <a:gd name="connsiteX3" fmla="*/ 22860 w 1828800"/>
                <a:gd name="connsiteY3" fmla="*/ 685800 h 2423160"/>
                <a:gd name="connsiteX4" fmla="*/ 1143000 w 1828800"/>
                <a:gd name="connsiteY4" fmla="*/ 2377440 h 2423160"/>
                <a:gd name="connsiteX5" fmla="*/ 0 w 1828800"/>
                <a:gd name="connsiteY5" fmla="*/ 2423160 h 2423160"/>
                <a:gd name="connsiteX0-1" fmla="*/ 0 w 1971675"/>
                <a:gd name="connsiteY0-2" fmla="*/ 2423160 h 2423160"/>
                <a:gd name="connsiteX1-3" fmla="*/ 1508760 w 1971675"/>
                <a:gd name="connsiteY1-4" fmla="*/ 0 h 2423160"/>
                <a:gd name="connsiteX2-5" fmla="*/ 1971675 w 1971675"/>
                <a:gd name="connsiteY2-6" fmla="*/ 722947 h 2423160"/>
                <a:gd name="connsiteX3-7" fmla="*/ 22860 w 1971675"/>
                <a:gd name="connsiteY3-8" fmla="*/ 685800 h 2423160"/>
                <a:gd name="connsiteX4-9" fmla="*/ 1143000 w 1971675"/>
                <a:gd name="connsiteY4-10" fmla="*/ 2377440 h 2423160"/>
                <a:gd name="connsiteX5-11" fmla="*/ 0 w 1971675"/>
                <a:gd name="connsiteY5-12" fmla="*/ 2423160 h 242316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71675" h="2423160">
                  <a:moveTo>
                    <a:pt x="0" y="2423160"/>
                  </a:moveTo>
                  <a:lnTo>
                    <a:pt x="1508760" y="0"/>
                  </a:lnTo>
                  <a:lnTo>
                    <a:pt x="1971675" y="722947"/>
                  </a:lnTo>
                  <a:lnTo>
                    <a:pt x="22860" y="685800"/>
                  </a:lnTo>
                  <a:lnTo>
                    <a:pt x="1143000" y="2377440"/>
                  </a:lnTo>
                  <a:lnTo>
                    <a:pt x="0" y="2423160"/>
                  </a:lnTo>
                  <a:close/>
                </a:path>
              </a:pathLst>
            </a:cu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1" name="直接连接符 700"/>
            <p:cNvCxnSpPr>
              <a:stCxn id="699" idx="3"/>
              <a:endCxn id="699" idx="1"/>
            </p:cNvCxnSpPr>
            <p:nvPr/>
          </p:nvCxnSpPr>
          <p:spPr>
            <a:xfrm flipH="1">
              <a:off x="1074420" y="3143250"/>
              <a:ext cx="2011680" cy="0"/>
            </a:xfrm>
            <a:prstGeom prst="line">
              <a:avLst/>
            </a:prstGeom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Line 38"/>
          <p:cNvSpPr>
            <a:spLocks noChangeShapeType="1"/>
          </p:cNvSpPr>
          <p:nvPr/>
        </p:nvSpPr>
        <p:spPr bwMode="auto">
          <a:xfrm>
            <a:off x="425450" y="6178550"/>
            <a:ext cx="82169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63"/>
          <p:cNvSpPr>
            <a:spLocks noChangeShapeType="1"/>
          </p:cNvSpPr>
          <p:nvPr/>
        </p:nvSpPr>
        <p:spPr bwMode="auto">
          <a:xfrm flipV="1">
            <a:off x="425450" y="1814286"/>
            <a:ext cx="2158093" cy="4364264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9203" y="65405"/>
            <a:ext cx="3142615" cy="781050"/>
          </a:xfrm>
          <a:prstGeom prst="rect">
            <a:avLst/>
          </a:prstGeom>
        </p:spPr>
      </p:pic>
      <p:pic>
        <p:nvPicPr>
          <p:cNvPr id="9" name="Picture 4" descr="C:\Users\Administrator\Desktop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78" y="1143000"/>
            <a:ext cx="8709025" cy="1919067"/>
          </a:xfrm>
          <a:prstGeom prst="rect">
            <a:avLst/>
          </a:prstGeom>
          <a:noFill/>
          <a:ln w="9525">
            <a:solidFill>
              <a:srgbClr val="843C0B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椭圆 7"/>
          <p:cNvSpPr>
            <a:spLocks noChangeArrowheads="1"/>
          </p:cNvSpPr>
          <p:nvPr/>
        </p:nvSpPr>
        <p:spPr bwMode="auto">
          <a:xfrm>
            <a:off x="5957853" y="2289529"/>
            <a:ext cx="420688" cy="42862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11" name="线形标注 1(带强调线) 8"/>
          <p:cNvSpPr/>
          <p:nvPr/>
        </p:nvSpPr>
        <p:spPr bwMode="auto">
          <a:xfrm>
            <a:off x="6716078" y="2610998"/>
            <a:ext cx="2143125" cy="214312"/>
          </a:xfrm>
          <a:prstGeom prst="accentCallout1">
            <a:avLst>
              <a:gd name="adj1" fmla="val 68620"/>
              <a:gd name="adj2" fmla="val 2009"/>
              <a:gd name="adj3" fmla="val -20486"/>
              <a:gd name="adj4" fmla="val -16722"/>
            </a:avLst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100" b="1" dirty="0">
                <a:solidFill>
                  <a:srgbClr val="FF0000"/>
                </a:solidFill>
              </a:rPr>
              <a:t>不要选择保密，除非已找到工作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pic>
        <p:nvPicPr>
          <p:cNvPr id="12" name="Picture 5" descr="C:\Users\Administrator\Desktop\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84513"/>
            <a:ext cx="8709025" cy="3667125"/>
          </a:xfrm>
          <a:prstGeom prst="rect">
            <a:avLst/>
          </a:prstGeom>
          <a:noFill/>
          <a:ln w="9525">
            <a:solidFill>
              <a:srgbClr val="843C0B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3"/>
          <p:cNvGrpSpPr/>
          <p:nvPr/>
        </p:nvGrpSpPr>
        <p:grpSpPr bwMode="auto">
          <a:xfrm>
            <a:off x="153432" y="136234"/>
            <a:ext cx="3370264" cy="592138"/>
            <a:chOff x="-21932" y="-66901"/>
            <a:chExt cx="3370217" cy="493479"/>
          </a:xfrm>
        </p:grpSpPr>
        <p:grpSp>
          <p:nvGrpSpPr>
            <p:cNvPr id="14" name="Group 4"/>
            <p:cNvGrpSpPr/>
            <p:nvPr/>
          </p:nvGrpSpPr>
          <p:grpSpPr bwMode="auto">
            <a:xfrm>
              <a:off x="-21932" y="-66901"/>
              <a:ext cx="3370217" cy="493479"/>
              <a:chOff x="-21932" y="-66901"/>
              <a:chExt cx="3370217" cy="493479"/>
            </a:xfrm>
          </p:grpSpPr>
          <p:sp>
            <p:nvSpPr>
              <p:cNvPr id="16" name="矩形 31"/>
              <p:cNvSpPr>
                <a:spLocks noChangeArrowheads="1"/>
              </p:cNvSpPr>
              <p:nvPr/>
            </p:nvSpPr>
            <p:spPr bwMode="auto">
              <a:xfrm>
                <a:off x="-21932" y="-66901"/>
                <a:ext cx="3052812" cy="493479"/>
              </a:xfrm>
              <a:prstGeom prst="rect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7" name="直角三角形 45"/>
              <p:cNvSpPr>
                <a:spLocks noChangeArrowheads="1"/>
              </p:cNvSpPr>
              <p:nvPr/>
            </p:nvSpPr>
            <p:spPr bwMode="auto">
              <a:xfrm>
                <a:off x="3030880" y="-64991"/>
                <a:ext cx="317405" cy="489657"/>
              </a:xfrm>
              <a:prstGeom prst="rtTriangle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sp>
          <p:nvSpPr>
            <p:cNvPr id="15" name="文本框 2"/>
            <p:cNvSpPr>
              <a:spLocks noChangeArrowheads="1"/>
            </p:cNvSpPr>
            <p:nvPr/>
          </p:nvSpPr>
          <p:spPr bwMode="auto">
            <a:xfrm>
              <a:off x="-21932" y="16210"/>
              <a:ext cx="2210737" cy="384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网上简历投递</a:t>
              </a:r>
              <a:endParaRPr lang="zh-CN" altLang="en-US" sz="1800" dirty="0"/>
            </a:p>
          </p:txBody>
        </p:sp>
      </p:grpSp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组合 697"/>
          <p:cNvGrpSpPr/>
          <p:nvPr/>
        </p:nvGrpSpPr>
        <p:grpSpPr>
          <a:xfrm>
            <a:off x="13800856" y="1315336"/>
            <a:ext cx="1965110" cy="2206850"/>
            <a:chOff x="1074420" y="1325880"/>
            <a:chExt cx="2428875" cy="3634740"/>
          </a:xfrm>
        </p:grpSpPr>
        <p:sp>
          <p:nvSpPr>
            <p:cNvPr id="699" name="流程图: 决策 698"/>
            <p:cNvSpPr/>
            <p:nvPr/>
          </p:nvSpPr>
          <p:spPr>
            <a:xfrm>
              <a:off x="1074420" y="1325880"/>
              <a:ext cx="2011680" cy="3634740"/>
            </a:xfrm>
            <a:prstGeom prst="flowChartDecision">
              <a:avLst/>
            </a:pr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0" name="任意多边形 699"/>
            <p:cNvSpPr/>
            <p:nvPr/>
          </p:nvSpPr>
          <p:spPr>
            <a:xfrm>
              <a:off x="1531620" y="1577340"/>
              <a:ext cx="1971675" cy="2423160"/>
            </a:xfrm>
            <a:custGeom>
              <a:avLst/>
              <a:gdLst>
                <a:gd name="connsiteX0" fmla="*/ 0 w 1828800"/>
                <a:gd name="connsiteY0" fmla="*/ 2423160 h 2423160"/>
                <a:gd name="connsiteX1" fmla="*/ 1508760 w 1828800"/>
                <a:gd name="connsiteY1" fmla="*/ 0 h 2423160"/>
                <a:gd name="connsiteX2" fmla="*/ 1828800 w 1828800"/>
                <a:gd name="connsiteY2" fmla="*/ 594360 h 2423160"/>
                <a:gd name="connsiteX3" fmla="*/ 22860 w 1828800"/>
                <a:gd name="connsiteY3" fmla="*/ 685800 h 2423160"/>
                <a:gd name="connsiteX4" fmla="*/ 1143000 w 1828800"/>
                <a:gd name="connsiteY4" fmla="*/ 2377440 h 2423160"/>
                <a:gd name="connsiteX5" fmla="*/ 0 w 1828800"/>
                <a:gd name="connsiteY5" fmla="*/ 2423160 h 2423160"/>
                <a:gd name="connsiteX0-1" fmla="*/ 0 w 1971675"/>
                <a:gd name="connsiteY0-2" fmla="*/ 2423160 h 2423160"/>
                <a:gd name="connsiteX1-3" fmla="*/ 1508760 w 1971675"/>
                <a:gd name="connsiteY1-4" fmla="*/ 0 h 2423160"/>
                <a:gd name="connsiteX2-5" fmla="*/ 1971675 w 1971675"/>
                <a:gd name="connsiteY2-6" fmla="*/ 722947 h 2423160"/>
                <a:gd name="connsiteX3-7" fmla="*/ 22860 w 1971675"/>
                <a:gd name="connsiteY3-8" fmla="*/ 685800 h 2423160"/>
                <a:gd name="connsiteX4-9" fmla="*/ 1143000 w 1971675"/>
                <a:gd name="connsiteY4-10" fmla="*/ 2377440 h 2423160"/>
                <a:gd name="connsiteX5-11" fmla="*/ 0 w 1971675"/>
                <a:gd name="connsiteY5-12" fmla="*/ 2423160 h 242316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71675" h="2423160">
                  <a:moveTo>
                    <a:pt x="0" y="2423160"/>
                  </a:moveTo>
                  <a:lnTo>
                    <a:pt x="1508760" y="0"/>
                  </a:lnTo>
                  <a:lnTo>
                    <a:pt x="1971675" y="722947"/>
                  </a:lnTo>
                  <a:lnTo>
                    <a:pt x="22860" y="685800"/>
                  </a:lnTo>
                  <a:lnTo>
                    <a:pt x="1143000" y="2377440"/>
                  </a:lnTo>
                  <a:lnTo>
                    <a:pt x="0" y="2423160"/>
                  </a:lnTo>
                  <a:close/>
                </a:path>
              </a:pathLst>
            </a:cu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1" name="直接连接符 700"/>
            <p:cNvCxnSpPr>
              <a:stCxn id="699" idx="3"/>
              <a:endCxn id="699" idx="1"/>
            </p:cNvCxnSpPr>
            <p:nvPr/>
          </p:nvCxnSpPr>
          <p:spPr>
            <a:xfrm flipH="1">
              <a:off x="1074420" y="3143250"/>
              <a:ext cx="2011680" cy="0"/>
            </a:xfrm>
            <a:prstGeom prst="line">
              <a:avLst/>
            </a:prstGeom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Line 38"/>
          <p:cNvSpPr>
            <a:spLocks noChangeShapeType="1"/>
          </p:cNvSpPr>
          <p:nvPr/>
        </p:nvSpPr>
        <p:spPr bwMode="auto">
          <a:xfrm>
            <a:off x="425450" y="6178550"/>
            <a:ext cx="82169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63"/>
          <p:cNvSpPr>
            <a:spLocks noChangeShapeType="1"/>
          </p:cNvSpPr>
          <p:nvPr/>
        </p:nvSpPr>
        <p:spPr bwMode="auto">
          <a:xfrm flipV="1">
            <a:off x="425450" y="1814286"/>
            <a:ext cx="2158093" cy="4364264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9203" y="65405"/>
            <a:ext cx="3142615" cy="781050"/>
          </a:xfrm>
          <a:prstGeom prst="rect">
            <a:avLst/>
          </a:prstGeom>
        </p:spPr>
      </p:pic>
      <p:pic>
        <p:nvPicPr>
          <p:cNvPr id="9" name="Picture 2" descr="H: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" y="1193800"/>
            <a:ext cx="8480425" cy="5614561"/>
          </a:xfrm>
          <a:prstGeom prst="rect">
            <a:avLst/>
          </a:prstGeom>
          <a:noFill/>
          <a:ln w="9525">
            <a:solidFill>
              <a:srgbClr val="843C0B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3"/>
          <p:cNvGrpSpPr/>
          <p:nvPr/>
        </p:nvGrpSpPr>
        <p:grpSpPr bwMode="auto">
          <a:xfrm>
            <a:off x="153432" y="136234"/>
            <a:ext cx="3370264" cy="592138"/>
            <a:chOff x="-21932" y="-66901"/>
            <a:chExt cx="3370217" cy="493479"/>
          </a:xfrm>
        </p:grpSpPr>
        <p:grpSp>
          <p:nvGrpSpPr>
            <p:cNvPr id="12" name="Group 4"/>
            <p:cNvGrpSpPr/>
            <p:nvPr/>
          </p:nvGrpSpPr>
          <p:grpSpPr bwMode="auto">
            <a:xfrm>
              <a:off x="-21932" y="-66901"/>
              <a:ext cx="3370217" cy="493479"/>
              <a:chOff x="-21932" y="-66901"/>
              <a:chExt cx="3370217" cy="493479"/>
            </a:xfrm>
          </p:grpSpPr>
          <p:sp>
            <p:nvSpPr>
              <p:cNvPr id="14" name="矩形 31"/>
              <p:cNvSpPr>
                <a:spLocks noChangeArrowheads="1"/>
              </p:cNvSpPr>
              <p:nvPr/>
            </p:nvSpPr>
            <p:spPr bwMode="auto">
              <a:xfrm>
                <a:off x="-21932" y="-66901"/>
                <a:ext cx="3052812" cy="493479"/>
              </a:xfrm>
              <a:prstGeom prst="rect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5" name="直角三角形 45"/>
              <p:cNvSpPr>
                <a:spLocks noChangeArrowheads="1"/>
              </p:cNvSpPr>
              <p:nvPr/>
            </p:nvSpPr>
            <p:spPr bwMode="auto">
              <a:xfrm>
                <a:off x="3030880" y="-64991"/>
                <a:ext cx="317405" cy="489657"/>
              </a:xfrm>
              <a:prstGeom prst="rtTriangle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sp>
          <p:nvSpPr>
            <p:cNvPr id="13" name="文本框 2"/>
            <p:cNvSpPr>
              <a:spLocks noChangeArrowheads="1"/>
            </p:cNvSpPr>
            <p:nvPr/>
          </p:nvSpPr>
          <p:spPr bwMode="auto">
            <a:xfrm>
              <a:off x="-21932" y="16210"/>
              <a:ext cx="2210737" cy="384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网上简历投递</a:t>
              </a:r>
              <a:endParaRPr lang="zh-CN" altLang="en-US" sz="1800" dirty="0"/>
            </a:p>
          </p:txBody>
        </p:sp>
      </p:grpSp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组合 697"/>
          <p:cNvGrpSpPr/>
          <p:nvPr/>
        </p:nvGrpSpPr>
        <p:grpSpPr>
          <a:xfrm>
            <a:off x="13800856" y="1315336"/>
            <a:ext cx="1965110" cy="2206850"/>
            <a:chOff x="1074420" y="1325880"/>
            <a:chExt cx="2428875" cy="3634740"/>
          </a:xfrm>
        </p:grpSpPr>
        <p:sp>
          <p:nvSpPr>
            <p:cNvPr id="699" name="流程图: 决策 698"/>
            <p:cNvSpPr/>
            <p:nvPr/>
          </p:nvSpPr>
          <p:spPr>
            <a:xfrm>
              <a:off x="1074420" y="1325880"/>
              <a:ext cx="2011680" cy="3634740"/>
            </a:xfrm>
            <a:prstGeom prst="flowChartDecision">
              <a:avLst/>
            </a:pr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0" name="任意多边形 699"/>
            <p:cNvSpPr/>
            <p:nvPr/>
          </p:nvSpPr>
          <p:spPr>
            <a:xfrm>
              <a:off x="1531620" y="1577340"/>
              <a:ext cx="1971675" cy="2423160"/>
            </a:xfrm>
            <a:custGeom>
              <a:avLst/>
              <a:gdLst>
                <a:gd name="connsiteX0" fmla="*/ 0 w 1828800"/>
                <a:gd name="connsiteY0" fmla="*/ 2423160 h 2423160"/>
                <a:gd name="connsiteX1" fmla="*/ 1508760 w 1828800"/>
                <a:gd name="connsiteY1" fmla="*/ 0 h 2423160"/>
                <a:gd name="connsiteX2" fmla="*/ 1828800 w 1828800"/>
                <a:gd name="connsiteY2" fmla="*/ 594360 h 2423160"/>
                <a:gd name="connsiteX3" fmla="*/ 22860 w 1828800"/>
                <a:gd name="connsiteY3" fmla="*/ 685800 h 2423160"/>
                <a:gd name="connsiteX4" fmla="*/ 1143000 w 1828800"/>
                <a:gd name="connsiteY4" fmla="*/ 2377440 h 2423160"/>
                <a:gd name="connsiteX5" fmla="*/ 0 w 1828800"/>
                <a:gd name="connsiteY5" fmla="*/ 2423160 h 2423160"/>
                <a:gd name="connsiteX0-1" fmla="*/ 0 w 1971675"/>
                <a:gd name="connsiteY0-2" fmla="*/ 2423160 h 2423160"/>
                <a:gd name="connsiteX1-3" fmla="*/ 1508760 w 1971675"/>
                <a:gd name="connsiteY1-4" fmla="*/ 0 h 2423160"/>
                <a:gd name="connsiteX2-5" fmla="*/ 1971675 w 1971675"/>
                <a:gd name="connsiteY2-6" fmla="*/ 722947 h 2423160"/>
                <a:gd name="connsiteX3-7" fmla="*/ 22860 w 1971675"/>
                <a:gd name="connsiteY3-8" fmla="*/ 685800 h 2423160"/>
                <a:gd name="connsiteX4-9" fmla="*/ 1143000 w 1971675"/>
                <a:gd name="connsiteY4-10" fmla="*/ 2377440 h 2423160"/>
                <a:gd name="connsiteX5-11" fmla="*/ 0 w 1971675"/>
                <a:gd name="connsiteY5-12" fmla="*/ 2423160 h 242316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71675" h="2423160">
                  <a:moveTo>
                    <a:pt x="0" y="2423160"/>
                  </a:moveTo>
                  <a:lnTo>
                    <a:pt x="1508760" y="0"/>
                  </a:lnTo>
                  <a:lnTo>
                    <a:pt x="1971675" y="722947"/>
                  </a:lnTo>
                  <a:lnTo>
                    <a:pt x="22860" y="685800"/>
                  </a:lnTo>
                  <a:lnTo>
                    <a:pt x="1143000" y="2377440"/>
                  </a:lnTo>
                  <a:lnTo>
                    <a:pt x="0" y="2423160"/>
                  </a:lnTo>
                  <a:close/>
                </a:path>
              </a:pathLst>
            </a:cu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1" name="直接连接符 700"/>
            <p:cNvCxnSpPr>
              <a:stCxn id="699" idx="3"/>
              <a:endCxn id="699" idx="1"/>
            </p:cNvCxnSpPr>
            <p:nvPr/>
          </p:nvCxnSpPr>
          <p:spPr>
            <a:xfrm flipH="1">
              <a:off x="1074420" y="3143250"/>
              <a:ext cx="2011680" cy="0"/>
            </a:xfrm>
            <a:prstGeom prst="line">
              <a:avLst/>
            </a:prstGeom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Line 38"/>
          <p:cNvSpPr>
            <a:spLocks noChangeShapeType="1"/>
          </p:cNvSpPr>
          <p:nvPr/>
        </p:nvSpPr>
        <p:spPr bwMode="auto">
          <a:xfrm>
            <a:off x="425450" y="6178550"/>
            <a:ext cx="82169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63"/>
          <p:cNvSpPr>
            <a:spLocks noChangeShapeType="1"/>
          </p:cNvSpPr>
          <p:nvPr/>
        </p:nvSpPr>
        <p:spPr bwMode="auto">
          <a:xfrm flipV="1">
            <a:off x="425450" y="1814286"/>
            <a:ext cx="2158093" cy="4364264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9203" y="65405"/>
            <a:ext cx="3142615" cy="781050"/>
          </a:xfrm>
          <a:prstGeom prst="rect">
            <a:avLst/>
          </a:prstGeom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41751"/>
            <a:ext cx="8888413" cy="5509333"/>
          </a:xfrm>
          <a:prstGeom prst="rect">
            <a:avLst/>
          </a:prstGeom>
          <a:noFill/>
          <a:ln w="9525">
            <a:solidFill>
              <a:srgbClr val="843C0B"/>
            </a:solidFill>
            <a:miter lim="800000"/>
            <a:headEnd/>
            <a:tailEnd/>
          </a:ln>
          <a:effectLst>
            <a:prstShdw prst="shdw13" dist="53882">
              <a:schemeClr val="bg1">
                <a:alpha val="65999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3"/>
          <p:cNvGrpSpPr/>
          <p:nvPr/>
        </p:nvGrpSpPr>
        <p:grpSpPr bwMode="auto">
          <a:xfrm>
            <a:off x="153432" y="136234"/>
            <a:ext cx="3370264" cy="592138"/>
            <a:chOff x="-21932" y="-66901"/>
            <a:chExt cx="3370217" cy="493479"/>
          </a:xfrm>
        </p:grpSpPr>
        <p:grpSp>
          <p:nvGrpSpPr>
            <p:cNvPr id="11" name="Group 4"/>
            <p:cNvGrpSpPr/>
            <p:nvPr/>
          </p:nvGrpSpPr>
          <p:grpSpPr bwMode="auto">
            <a:xfrm>
              <a:off x="-21932" y="-66901"/>
              <a:ext cx="3370217" cy="493479"/>
              <a:chOff x="-21932" y="-66901"/>
              <a:chExt cx="3370217" cy="493479"/>
            </a:xfrm>
          </p:grpSpPr>
          <p:sp>
            <p:nvSpPr>
              <p:cNvPr id="13" name="矩形 31"/>
              <p:cNvSpPr>
                <a:spLocks noChangeArrowheads="1"/>
              </p:cNvSpPr>
              <p:nvPr/>
            </p:nvSpPr>
            <p:spPr bwMode="auto">
              <a:xfrm>
                <a:off x="-21932" y="-66901"/>
                <a:ext cx="3052812" cy="493479"/>
              </a:xfrm>
              <a:prstGeom prst="rect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4" name="直角三角形 45"/>
              <p:cNvSpPr>
                <a:spLocks noChangeArrowheads="1"/>
              </p:cNvSpPr>
              <p:nvPr/>
            </p:nvSpPr>
            <p:spPr bwMode="auto">
              <a:xfrm>
                <a:off x="3030880" y="-64991"/>
                <a:ext cx="317405" cy="489657"/>
              </a:xfrm>
              <a:prstGeom prst="rtTriangle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sp>
          <p:nvSpPr>
            <p:cNvPr id="12" name="文本框 2"/>
            <p:cNvSpPr>
              <a:spLocks noChangeArrowheads="1"/>
            </p:cNvSpPr>
            <p:nvPr/>
          </p:nvSpPr>
          <p:spPr bwMode="auto">
            <a:xfrm>
              <a:off x="-21932" y="16210"/>
              <a:ext cx="2210737" cy="384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网上简历投递</a:t>
              </a:r>
              <a:endParaRPr lang="zh-CN" altLang="en-US" sz="1800" dirty="0"/>
            </a:p>
          </p:txBody>
        </p:sp>
      </p:grpSp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任意多边形 78"/>
          <p:cNvSpPr/>
          <p:nvPr/>
        </p:nvSpPr>
        <p:spPr>
          <a:xfrm flipV="1">
            <a:off x="7413337" y="3632502"/>
            <a:ext cx="2896" cy="8824"/>
          </a:xfrm>
          <a:custGeom>
            <a:avLst/>
            <a:gdLst>
              <a:gd name="connsiteX0" fmla="*/ 873 w 2896"/>
              <a:gd name="connsiteY0" fmla="*/ 8824 h 8824"/>
              <a:gd name="connsiteX1" fmla="*/ 2896 w 2896"/>
              <a:gd name="connsiteY1" fmla="*/ 1127 h 8824"/>
              <a:gd name="connsiteX2" fmla="*/ 2193 w 2896"/>
              <a:gd name="connsiteY2" fmla="*/ 0 h 8824"/>
              <a:gd name="connsiteX3" fmla="*/ 0 w 2896"/>
              <a:gd name="connsiteY3" fmla="*/ 3588 h 8824"/>
              <a:gd name="connsiteX4" fmla="*/ 873 w 2896"/>
              <a:gd name="connsiteY4" fmla="*/ 8824 h 8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96" h="8824">
                <a:moveTo>
                  <a:pt x="873" y="8824"/>
                </a:moveTo>
                <a:lnTo>
                  <a:pt x="2896" y="1127"/>
                </a:lnTo>
                <a:lnTo>
                  <a:pt x="2193" y="0"/>
                </a:lnTo>
                <a:lnTo>
                  <a:pt x="0" y="3588"/>
                </a:lnTo>
                <a:lnTo>
                  <a:pt x="873" y="8824"/>
                </a:lnTo>
                <a:close/>
              </a:path>
            </a:pathLst>
          </a:custGeom>
          <a:solidFill>
            <a:srgbClr val="2289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任意多边形 77"/>
          <p:cNvSpPr/>
          <p:nvPr/>
        </p:nvSpPr>
        <p:spPr>
          <a:xfrm flipV="1">
            <a:off x="7416233" y="3638222"/>
            <a:ext cx="1232" cy="4138"/>
          </a:xfrm>
          <a:custGeom>
            <a:avLst/>
            <a:gdLst>
              <a:gd name="connsiteX0" fmla="*/ 1232 w 1232"/>
              <a:gd name="connsiteY0" fmla="*/ 4138 h 4138"/>
              <a:gd name="connsiteX1" fmla="*/ 567 w 1232"/>
              <a:gd name="connsiteY1" fmla="*/ 0 h 4138"/>
              <a:gd name="connsiteX2" fmla="*/ 0 w 1232"/>
              <a:gd name="connsiteY2" fmla="*/ 2161 h 4138"/>
              <a:gd name="connsiteX3" fmla="*/ 1232 w 1232"/>
              <a:gd name="connsiteY3" fmla="*/ 4138 h 4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2" h="4138">
                <a:moveTo>
                  <a:pt x="1232" y="4138"/>
                </a:moveTo>
                <a:lnTo>
                  <a:pt x="567" y="0"/>
                </a:lnTo>
                <a:lnTo>
                  <a:pt x="0" y="2161"/>
                </a:lnTo>
                <a:lnTo>
                  <a:pt x="1232" y="4138"/>
                </a:lnTo>
                <a:close/>
              </a:path>
            </a:pathLst>
          </a:custGeom>
          <a:solidFill>
            <a:srgbClr val="2289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任意多边形 72"/>
          <p:cNvSpPr/>
          <p:nvPr/>
        </p:nvSpPr>
        <p:spPr>
          <a:xfrm flipV="1">
            <a:off x="7411720" y="3637738"/>
            <a:ext cx="3810" cy="9702"/>
          </a:xfrm>
          <a:custGeom>
            <a:avLst/>
            <a:gdLst>
              <a:gd name="connsiteX0" fmla="*/ 1617 w 3810"/>
              <a:gd name="connsiteY0" fmla="*/ 9702 h 9702"/>
              <a:gd name="connsiteX1" fmla="*/ 3810 w 3810"/>
              <a:gd name="connsiteY1" fmla="*/ 6114 h 9702"/>
              <a:gd name="connsiteX2" fmla="*/ 0 w 3810"/>
              <a:gd name="connsiteY2" fmla="*/ 0 h 9702"/>
              <a:gd name="connsiteX3" fmla="*/ 1617 w 3810"/>
              <a:gd name="connsiteY3" fmla="*/ 9702 h 9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" h="9702">
                <a:moveTo>
                  <a:pt x="1617" y="9702"/>
                </a:moveTo>
                <a:lnTo>
                  <a:pt x="3810" y="6114"/>
                </a:lnTo>
                <a:lnTo>
                  <a:pt x="0" y="0"/>
                </a:lnTo>
                <a:lnTo>
                  <a:pt x="1617" y="9702"/>
                </a:lnTo>
                <a:close/>
              </a:path>
            </a:pathLst>
          </a:custGeom>
          <a:solidFill>
            <a:srgbClr val="2289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直角三角形 117"/>
          <p:cNvSpPr/>
          <p:nvPr/>
        </p:nvSpPr>
        <p:spPr>
          <a:xfrm flipH="1" flipV="1">
            <a:off x="4181048" y="-1547"/>
            <a:ext cx="8010952" cy="980733"/>
          </a:xfrm>
          <a:prstGeom prst="rtTriangle">
            <a:avLst/>
          </a:prstGeom>
          <a:solidFill>
            <a:srgbClr val="4040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0" name="组合 119"/>
          <p:cNvGrpSpPr/>
          <p:nvPr/>
        </p:nvGrpSpPr>
        <p:grpSpPr>
          <a:xfrm>
            <a:off x="431530" y="799295"/>
            <a:ext cx="3901918" cy="5564211"/>
            <a:chOff x="279130" y="1340768"/>
            <a:chExt cx="3901918" cy="5564211"/>
          </a:xfrm>
        </p:grpSpPr>
        <p:sp>
          <p:nvSpPr>
            <p:cNvPr id="121" name="任意多边形 120"/>
            <p:cNvSpPr/>
            <p:nvPr/>
          </p:nvSpPr>
          <p:spPr>
            <a:xfrm>
              <a:off x="1571704" y="139452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任意多边形 121"/>
            <p:cNvSpPr/>
            <p:nvPr/>
          </p:nvSpPr>
          <p:spPr>
            <a:xfrm>
              <a:off x="2738021" y="1393020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2D79B6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任意多边形 122"/>
            <p:cNvSpPr/>
            <p:nvPr/>
          </p:nvSpPr>
          <p:spPr>
            <a:xfrm>
              <a:off x="3323243" y="1393020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任意多边形 123"/>
            <p:cNvSpPr/>
            <p:nvPr/>
          </p:nvSpPr>
          <p:spPr>
            <a:xfrm>
              <a:off x="1836852" y="176923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任意多边形 124"/>
            <p:cNvSpPr/>
            <p:nvPr/>
          </p:nvSpPr>
          <p:spPr>
            <a:xfrm>
              <a:off x="3001026" y="176923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任意多边形 125"/>
            <p:cNvSpPr/>
            <p:nvPr/>
          </p:nvSpPr>
          <p:spPr>
            <a:xfrm>
              <a:off x="1541276" y="2145449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29C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任意多边形 126"/>
            <p:cNvSpPr/>
            <p:nvPr/>
          </p:nvSpPr>
          <p:spPr>
            <a:xfrm>
              <a:off x="2122319" y="2145449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任意多边形 127"/>
            <p:cNvSpPr/>
            <p:nvPr/>
          </p:nvSpPr>
          <p:spPr>
            <a:xfrm>
              <a:off x="2711721" y="2145449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任意多边形 128"/>
            <p:cNvSpPr/>
            <p:nvPr/>
          </p:nvSpPr>
          <p:spPr>
            <a:xfrm>
              <a:off x="3288583" y="213708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任意多边形 129"/>
            <p:cNvSpPr/>
            <p:nvPr/>
          </p:nvSpPr>
          <p:spPr>
            <a:xfrm>
              <a:off x="2387142" y="2521663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任意多边形 130"/>
            <p:cNvSpPr/>
            <p:nvPr/>
          </p:nvSpPr>
          <p:spPr>
            <a:xfrm>
              <a:off x="2986472" y="2521663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任意多边形 131"/>
            <p:cNvSpPr/>
            <p:nvPr/>
          </p:nvSpPr>
          <p:spPr>
            <a:xfrm>
              <a:off x="3557586" y="2521663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任意多边形 132"/>
            <p:cNvSpPr/>
            <p:nvPr/>
          </p:nvSpPr>
          <p:spPr>
            <a:xfrm>
              <a:off x="2678599" y="289787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任意多边形 133"/>
            <p:cNvSpPr/>
            <p:nvPr/>
          </p:nvSpPr>
          <p:spPr>
            <a:xfrm>
              <a:off x="3254297" y="289787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任意多边形 134"/>
            <p:cNvSpPr/>
            <p:nvPr/>
          </p:nvSpPr>
          <p:spPr>
            <a:xfrm>
              <a:off x="2654680" y="3650306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任意多边形 135"/>
            <p:cNvSpPr/>
            <p:nvPr/>
          </p:nvSpPr>
          <p:spPr>
            <a:xfrm>
              <a:off x="2949910" y="4030331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任意多边形 136"/>
            <p:cNvSpPr/>
            <p:nvPr/>
          </p:nvSpPr>
          <p:spPr>
            <a:xfrm>
              <a:off x="2342597" y="4775140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任意多边形 137"/>
            <p:cNvSpPr/>
            <p:nvPr/>
          </p:nvSpPr>
          <p:spPr>
            <a:xfrm>
              <a:off x="2925279" y="4786570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任意多边形 138"/>
            <p:cNvSpPr/>
            <p:nvPr/>
          </p:nvSpPr>
          <p:spPr>
            <a:xfrm>
              <a:off x="2023265" y="516532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任意多边形 139"/>
            <p:cNvSpPr/>
            <p:nvPr/>
          </p:nvSpPr>
          <p:spPr>
            <a:xfrm>
              <a:off x="2612297" y="517040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任意多边形 140"/>
            <p:cNvSpPr/>
            <p:nvPr/>
          </p:nvSpPr>
          <p:spPr>
            <a:xfrm>
              <a:off x="3222919" y="515516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任意多边形 141"/>
            <p:cNvSpPr/>
            <p:nvPr/>
          </p:nvSpPr>
          <p:spPr>
            <a:xfrm>
              <a:off x="1111192" y="553137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任意多边形 142"/>
            <p:cNvSpPr/>
            <p:nvPr/>
          </p:nvSpPr>
          <p:spPr>
            <a:xfrm>
              <a:off x="1710385" y="5529600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任意多边形 143"/>
            <p:cNvSpPr/>
            <p:nvPr/>
          </p:nvSpPr>
          <p:spPr>
            <a:xfrm>
              <a:off x="2309577" y="553645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任意多边形 144"/>
            <p:cNvSpPr/>
            <p:nvPr/>
          </p:nvSpPr>
          <p:spPr>
            <a:xfrm>
              <a:off x="2931629" y="554153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任意多边形 145"/>
            <p:cNvSpPr/>
            <p:nvPr/>
          </p:nvSpPr>
          <p:spPr>
            <a:xfrm>
              <a:off x="1876908" y="138884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任意多边形 146"/>
            <p:cNvSpPr/>
            <p:nvPr/>
          </p:nvSpPr>
          <p:spPr>
            <a:xfrm>
              <a:off x="2455860" y="139302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任意多边形 147"/>
            <p:cNvSpPr/>
            <p:nvPr/>
          </p:nvSpPr>
          <p:spPr>
            <a:xfrm>
              <a:off x="2144093" y="1769234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27C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任意多边形 148"/>
            <p:cNvSpPr/>
            <p:nvPr/>
          </p:nvSpPr>
          <p:spPr>
            <a:xfrm>
              <a:off x="2718865" y="1769234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任意多边形 149"/>
            <p:cNvSpPr/>
            <p:nvPr/>
          </p:nvSpPr>
          <p:spPr>
            <a:xfrm>
              <a:off x="1850608" y="2149629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任意多边形 150"/>
            <p:cNvSpPr/>
            <p:nvPr/>
          </p:nvSpPr>
          <p:spPr>
            <a:xfrm>
              <a:off x="2429560" y="2157641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任意多边形 151"/>
            <p:cNvSpPr/>
            <p:nvPr/>
          </p:nvSpPr>
          <p:spPr>
            <a:xfrm>
              <a:off x="3587465" y="2145449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2C78BA"/>
            </a:solidFill>
            <a:ln>
              <a:solidFill>
                <a:srgbClr val="1F6BA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任意多边形 152"/>
            <p:cNvSpPr/>
            <p:nvPr/>
          </p:nvSpPr>
          <p:spPr>
            <a:xfrm>
              <a:off x="2690203" y="2521663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solidFill>
                <a:srgbClr val="1F6BA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任意多边形 153"/>
            <p:cNvSpPr/>
            <p:nvPr/>
          </p:nvSpPr>
          <p:spPr>
            <a:xfrm>
              <a:off x="1821666" y="289787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任意多边形 154"/>
            <p:cNvSpPr/>
            <p:nvPr/>
          </p:nvSpPr>
          <p:spPr>
            <a:xfrm>
              <a:off x="2971210" y="289787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任意多边形 155"/>
            <p:cNvSpPr/>
            <p:nvPr/>
          </p:nvSpPr>
          <p:spPr>
            <a:xfrm>
              <a:off x="2678835" y="3276727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任意多边形 156"/>
            <p:cNvSpPr/>
            <p:nvPr/>
          </p:nvSpPr>
          <p:spPr>
            <a:xfrm>
              <a:off x="3266856" y="3275282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任意多边形 157"/>
            <p:cNvSpPr/>
            <p:nvPr/>
          </p:nvSpPr>
          <p:spPr>
            <a:xfrm>
              <a:off x="1795744" y="3661482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9" name="任意多边形 158"/>
            <p:cNvSpPr/>
            <p:nvPr/>
          </p:nvSpPr>
          <p:spPr>
            <a:xfrm>
              <a:off x="2965847" y="365689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任意多边形 159"/>
            <p:cNvSpPr/>
            <p:nvPr/>
          </p:nvSpPr>
          <p:spPr>
            <a:xfrm>
              <a:off x="2657299" y="4035411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任意多边形 160"/>
            <p:cNvSpPr/>
            <p:nvPr/>
          </p:nvSpPr>
          <p:spPr>
            <a:xfrm>
              <a:off x="3253661" y="4026521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2" name="任意多边形 161"/>
            <p:cNvSpPr/>
            <p:nvPr/>
          </p:nvSpPr>
          <p:spPr>
            <a:xfrm>
              <a:off x="2949990" y="440511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任意多边形 162"/>
            <p:cNvSpPr/>
            <p:nvPr/>
          </p:nvSpPr>
          <p:spPr>
            <a:xfrm>
              <a:off x="1461534" y="4772854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任意多边形 163"/>
            <p:cNvSpPr/>
            <p:nvPr/>
          </p:nvSpPr>
          <p:spPr>
            <a:xfrm>
              <a:off x="2654258" y="477895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任意多边形 164"/>
            <p:cNvSpPr/>
            <p:nvPr/>
          </p:nvSpPr>
          <p:spPr>
            <a:xfrm>
              <a:off x="1739870" y="516253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任意多边形 165"/>
            <p:cNvSpPr/>
            <p:nvPr/>
          </p:nvSpPr>
          <p:spPr>
            <a:xfrm>
              <a:off x="2332763" y="516476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任意多边形 166"/>
            <p:cNvSpPr/>
            <p:nvPr/>
          </p:nvSpPr>
          <p:spPr>
            <a:xfrm>
              <a:off x="2925228" y="5175484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8" name="任意多边形 167"/>
            <p:cNvSpPr/>
            <p:nvPr/>
          </p:nvSpPr>
          <p:spPr>
            <a:xfrm>
              <a:off x="1424704" y="553645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9" name="任意多边形 168"/>
            <p:cNvSpPr/>
            <p:nvPr/>
          </p:nvSpPr>
          <p:spPr>
            <a:xfrm>
              <a:off x="2024876" y="553645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0" name="任意多边形 169"/>
            <p:cNvSpPr/>
            <p:nvPr/>
          </p:nvSpPr>
          <p:spPr>
            <a:xfrm>
              <a:off x="2631398" y="554534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任意多边形 170"/>
            <p:cNvSpPr/>
            <p:nvPr/>
          </p:nvSpPr>
          <p:spPr>
            <a:xfrm>
              <a:off x="1111480" y="5910053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任意多边形 171"/>
            <p:cNvSpPr/>
            <p:nvPr/>
          </p:nvSpPr>
          <p:spPr>
            <a:xfrm>
              <a:off x="1714192" y="5917673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任意多边形 172"/>
            <p:cNvSpPr/>
            <p:nvPr/>
          </p:nvSpPr>
          <p:spPr>
            <a:xfrm>
              <a:off x="2336227" y="630888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任意多边形 173"/>
            <p:cNvSpPr/>
            <p:nvPr/>
          </p:nvSpPr>
          <p:spPr>
            <a:xfrm>
              <a:off x="1401570" y="629110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任意多边形 174"/>
            <p:cNvSpPr/>
            <p:nvPr/>
          </p:nvSpPr>
          <p:spPr>
            <a:xfrm>
              <a:off x="2656005" y="631396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任意多边形 175"/>
            <p:cNvSpPr/>
            <p:nvPr/>
          </p:nvSpPr>
          <p:spPr>
            <a:xfrm>
              <a:off x="1226381" y="2526172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任意多边形 176"/>
            <p:cNvSpPr/>
            <p:nvPr/>
          </p:nvSpPr>
          <p:spPr>
            <a:xfrm>
              <a:off x="1527701" y="252425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任意多边形 177"/>
            <p:cNvSpPr/>
            <p:nvPr/>
          </p:nvSpPr>
          <p:spPr>
            <a:xfrm>
              <a:off x="632162" y="2526172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任意多边形 178"/>
            <p:cNvSpPr/>
            <p:nvPr/>
          </p:nvSpPr>
          <p:spPr>
            <a:xfrm>
              <a:off x="1231937" y="289787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任意多边形 179"/>
            <p:cNvSpPr/>
            <p:nvPr/>
          </p:nvSpPr>
          <p:spPr>
            <a:xfrm>
              <a:off x="1797377" y="327904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任意多边形 180"/>
            <p:cNvSpPr/>
            <p:nvPr/>
          </p:nvSpPr>
          <p:spPr>
            <a:xfrm>
              <a:off x="1513614" y="327644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任意多边形 181"/>
            <p:cNvSpPr/>
            <p:nvPr/>
          </p:nvSpPr>
          <p:spPr>
            <a:xfrm>
              <a:off x="3231998" y="5934183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任意多边形 182"/>
            <p:cNvSpPr/>
            <p:nvPr/>
          </p:nvSpPr>
          <p:spPr>
            <a:xfrm>
              <a:off x="3516412" y="6320750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任意多边形 183"/>
            <p:cNvSpPr/>
            <p:nvPr/>
          </p:nvSpPr>
          <p:spPr>
            <a:xfrm>
              <a:off x="1819642" y="2526505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任意多边形 184"/>
            <p:cNvSpPr/>
            <p:nvPr/>
          </p:nvSpPr>
          <p:spPr>
            <a:xfrm>
              <a:off x="2390610" y="289600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  <a:effectLst>
              <a:reflection blurRad="6350" stA="50000" endA="300" endPos="5550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任意多边形 185"/>
            <p:cNvSpPr/>
            <p:nvPr/>
          </p:nvSpPr>
          <p:spPr>
            <a:xfrm>
              <a:off x="647941" y="135121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任意多边形 186"/>
            <p:cNvSpPr/>
            <p:nvPr/>
          </p:nvSpPr>
          <p:spPr>
            <a:xfrm>
              <a:off x="331368" y="174833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任意多边形 187"/>
            <p:cNvSpPr/>
            <p:nvPr/>
          </p:nvSpPr>
          <p:spPr>
            <a:xfrm>
              <a:off x="623745" y="2145449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任意多边形 188"/>
            <p:cNvSpPr/>
            <p:nvPr/>
          </p:nvSpPr>
          <p:spPr>
            <a:xfrm>
              <a:off x="1219418" y="2145449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任意多边形 189"/>
            <p:cNvSpPr/>
            <p:nvPr/>
          </p:nvSpPr>
          <p:spPr>
            <a:xfrm>
              <a:off x="602221" y="2928249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1" name="任意多边形 190"/>
            <p:cNvSpPr/>
            <p:nvPr/>
          </p:nvSpPr>
          <p:spPr>
            <a:xfrm>
              <a:off x="281682" y="334060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任意多边形 191"/>
            <p:cNvSpPr/>
            <p:nvPr/>
          </p:nvSpPr>
          <p:spPr>
            <a:xfrm>
              <a:off x="579361" y="3737720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任意多边形 192"/>
            <p:cNvSpPr/>
            <p:nvPr/>
          </p:nvSpPr>
          <p:spPr>
            <a:xfrm>
              <a:off x="589731" y="6513716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任意多边形 193"/>
            <p:cNvSpPr/>
            <p:nvPr/>
          </p:nvSpPr>
          <p:spPr>
            <a:xfrm>
              <a:off x="1185404" y="6513716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任意多边形 194"/>
            <p:cNvSpPr/>
            <p:nvPr/>
          </p:nvSpPr>
          <p:spPr>
            <a:xfrm>
              <a:off x="352822" y="134318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任意多边形 195"/>
            <p:cNvSpPr/>
            <p:nvPr/>
          </p:nvSpPr>
          <p:spPr>
            <a:xfrm>
              <a:off x="961453" y="134076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7" name="任意多边形 196"/>
            <p:cNvSpPr/>
            <p:nvPr/>
          </p:nvSpPr>
          <p:spPr>
            <a:xfrm>
              <a:off x="644880" y="1737883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任意多边形 197"/>
            <p:cNvSpPr/>
            <p:nvPr/>
          </p:nvSpPr>
          <p:spPr>
            <a:xfrm>
              <a:off x="936372" y="213499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9" name="任意多边形 198"/>
            <p:cNvSpPr/>
            <p:nvPr/>
          </p:nvSpPr>
          <p:spPr>
            <a:xfrm>
              <a:off x="938593" y="2532114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任意多边形 199"/>
            <p:cNvSpPr/>
            <p:nvPr/>
          </p:nvSpPr>
          <p:spPr>
            <a:xfrm>
              <a:off x="908113" y="2902559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1" name="任意多边形 200"/>
            <p:cNvSpPr/>
            <p:nvPr/>
          </p:nvSpPr>
          <p:spPr>
            <a:xfrm>
              <a:off x="595194" y="3330154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任意多边形 201"/>
            <p:cNvSpPr/>
            <p:nvPr/>
          </p:nvSpPr>
          <p:spPr>
            <a:xfrm>
              <a:off x="286750" y="3727269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3" name="任意多边形 202"/>
            <p:cNvSpPr/>
            <p:nvPr/>
          </p:nvSpPr>
          <p:spPr>
            <a:xfrm>
              <a:off x="584338" y="4124384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任意多边形 203"/>
            <p:cNvSpPr/>
            <p:nvPr/>
          </p:nvSpPr>
          <p:spPr>
            <a:xfrm>
              <a:off x="279130" y="451769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5" name="任意多边形 204"/>
            <p:cNvSpPr/>
            <p:nvPr/>
          </p:nvSpPr>
          <p:spPr>
            <a:xfrm>
              <a:off x="355330" y="4914805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" name="任意多边形 205"/>
            <p:cNvSpPr/>
            <p:nvPr/>
          </p:nvSpPr>
          <p:spPr>
            <a:xfrm>
              <a:off x="961453" y="4914805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" name="任意多边形 206"/>
            <p:cNvSpPr/>
            <p:nvPr/>
          </p:nvSpPr>
          <p:spPr>
            <a:xfrm>
              <a:off x="637295" y="531192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8" name="任意多边形 207"/>
            <p:cNvSpPr/>
            <p:nvPr/>
          </p:nvSpPr>
          <p:spPr>
            <a:xfrm>
              <a:off x="1243418" y="531192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" name="任意多边形 208"/>
            <p:cNvSpPr/>
            <p:nvPr/>
          </p:nvSpPr>
          <p:spPr>
            <a:xfrm>
              <a:off x="328660" y="5705225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" name="任意多边形 209"/>
            <p:cNvSpPr/>
            <p:nvPr/>
          </p:nvSpPr>
          <p:spPr>
            <a:xfrm>
              <a:off x="930973" y="5709035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1" name="任意多边形 210"/>
            <p:cNvSpPr/>
            <p:nvPr/>
          </p:nvSpPr>
          <p:spPr>
            <a:xfrm>
              <a:off x="612631" y="609853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2" name="任意多边形 211"/>
            <p:cNvSpPr/>
            <p:nvPr/>
          </p:nvSpPr>
          <p:spPr>
            <a:xfrm>
              <a:off x="892793" y="650326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3" name="任意多边形 212"/>
            <p:cNvSpPr/>
            <p:nvPr/>
          </p:nvSpPr>
          <p:spPr>
            <a:xfrm>
              <a:off x="1498916" y="649564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任意多边形 213"/>
            <p:cNvSpPr/>
            <p:nvPr/>
          </p:nvSpPr>
          <p:spPr>
            <a:xfrm>
              <a:off x="1500932" y="6099157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4" name="任意多边形 103"/>
          <p:cNvSpPr/>
          <p:nvPr/>
        </p:nvSpPr>
        <p:spPr>
          <a:xfrm rot="16200000">
            <a:off x="4532698" y="3263372"/>
            <a:ext cx="527954" cy="304152"/>
          </a:xfrm>
          <a:custGeom>
            <a:avLst/>
            <a:gdLst>
              <a:gd name="connsiteX0" fmla="*/ 350520 w 721360"/>
              <a:gd name="connsiteY0" fmla="*/ 472440 h 472440"/>
              <a:gd name="connsiteX1" fmla="*/ 721360 w 721360"/>
              <a:gd name="connsiteY1" fmla="*/ 10160 h 472440"/>
              <a:gd name="connsiteX2" fmla="*/ 0 w 721360"/>
              <a:gd name="connsiteY2" fmla="*/ 0 h 472440"/>
              <a:gd name="connsiteX3" fmla="*/ 350520 w 721360"/>
              <a:gd name="connsiteY3" fmla="*/ 472440 h 47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1360" h="472440">
                <a:moveTo>
                  <a:pt x="350520" y="472440"/>
                </a:moveTo>
                <a:lnTo>
                  <a:pt x="721360" y="10160"/>
                </a:lnTo>
                <a:lnTo>
                  <a:pt x="0" y="0"/>
                </a:lnTo>
                <a:lnTo>
                  <a:pt x="350520" y="47244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358" y="71755"/>
            <a:ext cx="3142615" cy="781050"/>
          </a:xfrm>
          <a:prstGeom prst="rect">
            <a:avLst/>
          </a:prstGeom>
        </p:spPr>
      </p:pic>
      <p:sp>
        <p:nvSpPr>
          <p:cNvPr id="107" name="矩形 106"/>
          <p:cNvSpPr/>
          <p:nvPr/>
        </p:nvSpPr>
        <p:spPr>
          <a:xfrm>
            <a:off x="5276515" y="3086027"/>
            <a:ext cx="5270400" cy="714725"/>
          </a:xfrm>
          <a:prstGeom prst="rect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华文琥珀" panose="02010800040101010101" pitchFamily="2" charset="-122"/>
                <a:ea typeface="华文琥珀" panose="02010800040101010101" pitchFamily="2" charset="-122"/>
              </a:rPr>
              <a:t>纸质简历制作</a:t>
            </a:r>
            <a:endParaRPr lang="zh-CN" altLang="en-US" sz="32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wipe/>
      </p:transition>
    </mc:Choice>
    <mc:Fallback>
      <p:transition spd="slow">
        <p:wip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组合 697"/>
          <p:cNvGrpSpPr/>
          <p:nvPr/>
        </p:nvGrpSpPr>
        <p:grpSpPr>
          <a:xfrm>
            <a:off x="13800856" y="1315336"/>
            <a:ext cx="1965110" cy="2206850"/>
            <a:chOff x="1074420" y="1325880"/>
            <a:chExt cx="2428875" cy="3634740"/>
          </a:xfrm>
        </p:grpSpPr>
        <p:sp>
          <p:nvSpPr>
            <p:cNvPr id="699" name="流程图: 决策 698"/>
            <p:cNvSpPr/>
            <p:nvPr/>
          </p:nvSpPr>
          <p:spPr>
            <a:xfrm>
              <a:off x="1074420" y="1325880"/>
              <a:ext cx="2011680" cy="3634740"/>
            </a:xfrm>
            <a:prstGeom prst="flowChartDecision">
              <a:avLst/>
            </a:pr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0" name="任意多边形 699"/>
            <p:cNvSpPr/>
            <p:nvPr/>
          </p:nvSpPr>
          <p:spPr>
            <a:xfrm>
              <a:off x="1531620" y="1577340"/>
              <a:ext cx="1971675" cy="2423160"/>
            </a:xfrm>
            <a:custGeom>
              <a:avLst/>
              <a:gdLst>
                <a:gd name="connsiteX0" fmla="*/ 0 w 1828800"/>
                <a:gd name="connsiteY0" fmla="*/ 2423160 h 2423160"/>
                <a:gd name="connsiteX1" fmla="*/ 1508760 w 1828800"/>
                <a:gd name="connsiteY1" fmla="*/ 0 h 2423160"/>
                <a:gd name="connsiteX2" fmla="*/ 1828800 w 1828800"/>
                <a:gd name="connsiteY2" fmla="*/ 594360 h 2423160"/>
                <a:gd name="connsiteX3" fmla="*/ 22860 w 1828800"/>
                <a:gd name="connsiteY3" fmla="*/ 685800 h 2423160"/>
                <a:gd name="connsiteX4" fmla="*/ 1143000 w 1828800"/>
                <a:gd name="connsiteY4" fmla="*/ 2377440 h 2423160"/>
                <a:gd name="connsiteX5" fmla="*/ 0 w 1828800"/>
                <a:gd name="connsiteY5" fmla="*/ 2423160 h 2423160"/>
                <a:gd name="connsiteX0-1" fmla="*/ 0 w 1971675"/>
                <a:gd name="connsiteY0-2" fmla="*/ 2423160 h 2423160"/>
                <a:gd name="connsiteX1-3" fmla="*/ 1508760 w 1971675"/>
                <a:gd name="connsiteY1-4" fmla="*/ 0 h 2423160"/>
                <a:gd name="connsiteX2-5" fmla="*/ 1971675 w 1971675"/>
                <a:gd name="connsiteY2-6" fmla="*/ 722947 h 2423160"/>
                <a:gd name="connsiteX3-7" fmla="*/ 22860 w 1971675"/>
                <a:gd name="connsiteY3-8" fmla="*/ 685800 h 2423160"/>
                <a:gd name="connsiteX4-9" fmla="*/ 1143000 w 1971675"/>
                <a:gd name="connsiteY4-10" fmla="*/ 2377440 h 2423160"/>
                <a:gd name="connsiteX5-11" fmla="*/ 0 w 1971675"/>
                <a:gd name="connsiteY5-12" fmla="*/ 2423160 h 242316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71675" h="2423160">
                  <a:moveTo>
                    <a:pt x="0" y="2423160"/>
                  </a:moveTo>
                  <a:lnTo>
                    <a:pt x="1508760" y="0"/>
                  </a:lnTo>
                  <a:lnTo>
                    <a:pt x="1971675" y="722947"/>
                  </a:lnTo>
                  <a:lnTo>
                    <a:pt x="22860" y="685800"/>
                  </a:lnTo>
                  <a:lnTo>
                    <a:pt x="1143000" y="2377440"/>
                  </a:lnTo>
                  <a:lnTo>
                    <a:pt x="0" y="2423160"/>
                  </a:lnTo>
                  <a:close/>
                </a:path>
              </a:pathLst>
            </a:cu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1" name="直接连接符 700"/>
            <p:cNvCxnSpPr>
              <a:stCxn id="699" idx="3"/>
              <a:endCxn id="699" idx="1"/>
            </p:cNvCxnSpPr>
            <p:nvPr/>
          </p:nvCxnSpPr>
          <p:spPr>
            <a:xfrm flipH="1">
              <a:off x="1074420" y="3143250"/>
              <a:ext cx="2011680" cy="0"/>
            </a:xfrm>
            <a:prstGeom prst="line">
              <a:avLst/>
            </a:prstGeom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Line 38"/>
          <p:cNvSpPr>
            <a:spLocks noChangeShapeType="1"/>
          </p:cNvSpPr>
          <p:nvPr/>
        </p:nvSpPr>
        <p:spPr bwMode="auto">
          <a:xfrm>
            <a:off x="425450" y="6178550"/>
            <a:ext cx="82169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63"/>
          <p:cNvSpPr>
            <a:spLocks noChangeShapeType="1"/>
          </p:cNvSpPr>
          <p:nvPr/>
        </p:nvSpPr>
        <p:spPr bwMode="auto">
          <a:xfrm flipV="1">
            <a:off x="425450" y="1814286"/>
            <a:ext cx="2158093" cy="4364264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9203" y="65405"/>
            <a:ext cx="3142615" cy="781050"/>
          </a:xfrm>
          <a:prstGeom prst="rect">
            <a:avLst/>
          </a:prstGeom>
        </p:spPr>
      </p:pic>
      <p:grpSp>
        <p:nvGrpSpPr>
          <p:cNvPr id="10" name="Group 3"/>
          <p:cNvGrpSpPr/>
          <p:nvPr/>
        </p:nvGrpSpPr>
        <p:grpSpPr bwMode="auto">
          <a:xfrm>
            <a:off x="153432" y="136234"/>
            <a:ext cx="3370264" cy="592138"/>
            <a:chOff x="-21932" y="-66901"/>
            <a:chExt cx="3370217" cy="493479"/>
          </a:xfrm>
        </p:grpSpPr>
        <p:grpSp>
          <p:nvGrpSpPr>
            <p:cNvPr id="11" name="Group 4"/>
            <p:cNvGrpSpPr/>
            <p:nvPr/>
          </p:nvGrpSpPr>
          <p:grpSpPr bwMode="auto">
            <a:xfrm>
              <a:off x="-21932" y="-66901"/>
              <a:ext cx="3370217" cy="493479"/>
              <a:chOff x="-21932" y="-66901"/>
              <a:chExt cx="3370217" cy="493479"/>
            </a:xfrm>
          </p:grpSpPr>
          <p:sp>
            <p:nvSpPr>
              <p:cNvPr id="13" name="矩形 31"/>
              <p:cNvSpPr>
                <a:spLocks noChangeArrowheads="1"/>
              </p:cNvSpPr>
              <p:nvPr/>
            </p:nvSpPr>
            <p:spPr bwMode="auto">
              <a:xfrm>
                <a:off x="-21932" y="-66901"/>
                <a:ext cx="3052812" cy="493479"/>
              </a:xfrm>
              <a:prstGeom prst="rect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4" name="直角三角形 45"/>
              <p:cNvSpPr>
                <a:spLocks noChangeArrowheads="1"/>
              </p:cNvSpPr>
              <p:nvPr/>
            </p:nvSpPr>
            <p:spPr bwMode="auto">
              <a:xfrm>
                <a:off x="3030880" y="-64991"/>
                <a:ext cx="317405" cy="489657"/>
              </a:xfrm>
              <a:prstGeom prst="rtTriangle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sp>
          <p:nvSpPr>
            <p:cNvPr id="12" name="文本框 2"/>
            <p:cNvSpPr>
              <a:spLocks noChangeArrowheads="1"/>
            </p:cNvSpPr>
            <p:nvPr/>
          </p:nvSpPr>
          <p:spPr bwMode="auto">
            <a:xfrm>
              <a:off x="-21932" y="16210"/>
              <a:ext cx="2210737" cy="333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000" dirty="0"/>
                <a:t>Word</a:t>
              </a:r>
              <a:r>
                <a:rPr lang="zh-CN" altLang="en-US" sz="2000" dirty="0"/>
                <a:t>制作原则</a:t>
              </a:r>
              <a:endParaRPr lang="zh-CN" altLang="en-US" sz="2000" dirty="0"/>
            </a:p>
          </p:txBody>
        </p:sp>
      </p:grpSp>
      <p:pic>
        <p:nvPicPr>
          <p:cNvPr id="15" name="图示 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62" y="1462822"/>
            <a:ext cx="8016875" cy="495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组合 697"/>
          <p:cNvGrpSpPr/>
          <p:nvPr/>
        </p:nvGrpSpPr>
        <p:grpSpPr>
          <a:xfrm>
            <a:off x="13800856" y="1315336"/>
            <a:ext cx="1965110" cy="2206850"/>
            <a:chOff x="1074420" y="1325880"/>
            <a:chExt cx="2428875" cy="3634740"/>
          </a:xfrm>
        </p:grpSpPr>
        <p:sp>
          <p:nvSpPr>
            <p:cNvPr id="699" name="流程图: 决策 698"/>
            <p:cNvSpPr/>
            <p:nvPr/>
          </p:nvSpPr>
          <p:spPr>
            <a:xfrm>
              <a:off x="1074420" y="1325880"/>
              <a:ext cx="2011680" cy="3634740"/>
            </a:xfrm>
            <a:prstGeom prst="flowChartDecision">
              <a:avLst/>
            </a:pr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0" name="任意多边形 699"/>
            <p:cNvSpPr/>
            <p:nvPr/>
          </p:nvSpPr>
          <p:spPr>
            <a:xfrm>
              <a:off x="1531620" y="1577340"/>
              <a:ext cx="1971675" cy="2423160"/>
            </a:xfrm>
            <a:custGeom>
              <a:avLst/>
              <a:gdLst>
                <a:gd name="connsiteX0" fmla="*/ 0 w 1828800"/>
                <a:gd name="connsiteY0" fmla="*/ 2423160 h 2423160"/>
                <a:gd name="connsiteX1" fmla="*/ 1508760 w 1828800"/>
                <a:gd name="connsiteY1" fmla="*/ 0 h 2423160"/>
                <a:gd name="connsiteX2" fmla="*/ 1828800 w 1828800"/>
                <a:gd name="connsiteY2" fmla="*/ 594360 h 2423160"/>
                <a:gd name="connsiteX3" fmla="*/ 22860 w 1828800"/>
                <a:gd name="connsiteY3" fmla="*/ 685800 h 2423160"/>
                <a:gd name="connsiteX4" fmla="*/ 1143000 w 1828800"/>
                <a:gd name="connsiteY4" fmla="*/ 2377440 h 2423160"/>
                <a:gd name="connsiteX5" fmla="*/ 0 w 1828800"/>
                <a:gd name="connsiteY5" fmla="*/ 2423160 h 2423160"/>
                <a:gd name="connsiteX0-1" fmla="*/ 0 w 1971675"/>
                <a:gd name="connsiteY0-2" fmla="*/ 2423160 h 2423160"/>
                <a:gd name="connsiteX1-3" fmla="*/ 1508760 w 1971675"/>
                <a:gd name="connsiteY1-4" fmla="*/ 0 h 2423160"/>
                <a:gd name="connsiteX2-5" fmla="*/ 1971675 w 1971675"/>
                <a:gd name="connsiteY2-6" fmla="*/ 722947 h 2423160"/>
                <a:gd name="connsiteX3-7" fmla="*/ 22860 w 1971675"/>
                <a:gd name="connsiteY3-8" fmla="*/ 685800 h 2423160"/>
                <a:gd name="connsiteX4-9" fmla="*/ 1143000 w 1971675"/>
                <a:gd name="connsiteY4-10" fmla="*/ 2377440 h 2423160"/>
                <a:gd name="connsiteX5-11" fmla="*/ 0 w 1971675"/>
                <a:gd name="connsiteY5-12" fmla="*/ 2423160 h 242316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71675" h="2423160">
                  <a:moveTo>
                    <a:pt x="0" y="2423160"/>
                  </a:moveTo>
                  <a:lnTo>
                    <a:pt x="1508760" y="0"/>
                  </a:lnTo>
                  <a:lnTo>
                    <a:pt x="1971675" y="722947"/>
                  </a:lnTo>
                  <a:lnTo>
                    <a:pt x="22860" y="685800"/>
                  </a:lnTo>
                  <a:lnTo>
                    <a:pt x="1143000" y="2377440"/>
                  </a:lnTo>
                  <a:lnTo>
                    <a:pt x="0" y="2423160"/>
                  </a:lnTo>
                  <a:close/>
                </a:path>
              </a:pathLst>
            </a:cu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1" name="直接连接符 700"/>
            <p:cNvCxnSpPr>
              <a:stCxn id="699" idx="3"/>
              <a:endCxn id="699" idx="1"/>
            </p:cNvCxnSpPr>
            <p:nvPr/>
          </p:nvCxnSpPr>
          <p:spPr>
            <a:xfrm flipH="1">
              <a:off x="1074420" y="3143250"/>
              <a:ext cx="2011680" cy="0"/>
            </a:xfrm>
            <a:prstGeom prst="line">
              <a:avLst/>
            </a:prstGeom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Line 38"/>
          <p:cNvSpPr>
            <a:spLocks noChangeShapeType="1"/>
          </p:cNvSpPr>
          <p:nvPr/>
        </p:nvSpPr>
        <p:spPr bwMode="auto">
          <a:xfrm>
            <a:off x="425450" y="6178550"/>
            <a:ext cx="82169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63"/>
          <p:cNvSpPr>
            <a:spLocks noChangeShapeType="1"/>
          </p:cNvSpPr>
          <p:nvPr/>
        </p:nvSpPr>
        <p:spPr bwMode="auto">
          <a:xfrm flipV="1">
            <a:off x="425450" y="1814286"/>
            <a:ext cx="2158093" cy="4364264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9203" y="65405"/>
            <a:ext cx="3142615" cy="781050"/>
          </a:xfrm>
          <a:prstGeom prst="rect">
            <a:avLst/>
          </a:prstGeom>
        </p:spPr>
      </p:pic>
      <p:grpSp>
        <p:nvGrpSpPr>
          <p:cNvPr id="10" name="Group 3"/>
          <p:cNvGrpSpPr/>
          <p:nvPr/>
        </p:nvGrpSpPr>
        <p:grpSpPr bwMode="auto">
          <a:xfrm>
            <a:off x="153432" y="136234"/>
            <a:ext cx="3370264" cy="592138"/>
            <a:chOff x="-21932" y="-66901"/>
            <a:chExt cx="3370217" cy="493479"/>
          </a:xfrm>
        </p:grpSpPr>
        <p:grpSp>
          <p:nvGrpSpPr>
            <p:cNvPr id="11" name="Group 4"/>
            <p:cNvGrpSpPr/>
            <p:nvPr/>
          </p:nvGrpSpPr>
          <p:grpSpPr bwMode="auto">
            <a:xfrm>
              <a:off x="-21932" y="-66901"/>
              <a:ext cx="3370217" cy="493479"/>
              <a:chOff x="-21932" y="-66901"/>
              <a:chExt cx="3370217" cy="493479"/>
            </a:xfrm>
          </p:grpSpPr>
          <p:sp>
            <p:nvSpPr>
              <p:cNvPr id="13" name="矩形 31"/>
              <p:cNvSpPr>
                <a:spLocks noChangeArrowheads="1"/>
              </p:cNvSpPr>
              <p:nvPr/>
            </p:nvSpPr>
            <p:spPr bwMode="auto">
              <a:xfrm>
                <a:off x="-21932" y="-66901"/>
                <a:ext cx="3052812" cy="493479"/>
              </a:xfrm>
              <a:prstGeom prst="rect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4" name="直角三角形 45"/>
              <p:cNvSpPr>
                <a:spLocks noChangeArrowheads="1"/>
              </p:cNvSpPr>
              <p:nvPr/>
            </p:nvSpPr>
            <p:spPr bwMode="auto">
              <a:xfrm>
                <a:off x="3030880" y="-64991"/>
                <a:ext cx="317405" cy="489657"/>
              </a:xfrm>
              <a:prstGeom prst="rtTriangle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sp>
          <p:nvSpPr>
            <p:cNvPr id="12" name="文本框 2"/>
            <p:cNvSpPr>
              <a:spLocks noChangeArrowheads="1"/>
            </p:cNvSpPr>
            <p:nvPr/>
          </p:nvSpPr>
          <p:spPr bwMode="auto">
            <a:xfrm>
              <a:off x="-21932" y="16210"/>
              <a:ext cx="2210737" cy="384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常用模板</a:t>
              </a:r>
              <a:endParaRPr lang="zh-CN" altLang="en-US" sz="1800" dirty="0"/>
            </a:p>
          </p:txBody>
        </p:sp>
      </p:grpSp>
      <p:pic>
        <p:nvPicPr>
          <p:cNvPr id="15" name="Picture 4" descr="C:\Users\Administrator\Desktop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935038"/>
            <a:ext cx="8407400" cy="537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组合 697"/>
          <p:cNvGrpSpPr/>
          <p:nvPr/>
        </p:nvGrpSpPr>
        <p:grpSpPr>
          <a:xfrm>
            <a:off x="13800856" y="1315336"/>
            <a:ext cx="1965110" cy="2206850"/>
            <a:chOff x="1074420" y="1325880"/>
            <a:chExt cx="2428875" cy="3634740"/>
          </a:xfrm>
        </p:grpSpPr>
        <p:sp>
          <p:nvSpPr>
            <p:cNvPr id="699" name="流程图: 决策 698"/>
            <p:cNvSpPr/>
            <p:nvPr/>
          </p:nvSpPr>
          <p:spPr>
            <a:xfrm>
              <a:off x="1074420" y="1325880"/>
              <a:ext cx="2011680" cy="3634740"/>
            </a:xfrm>
            <a:prstGeom prst="flowChartDecision">
              <a:avLst/>
            </a:pr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0" name="任意多边形 699"/>
            <p:cNvSpPr/>
            <p:nvPr/>
          </p:nvSpPr>
          <p:spPr>
            <a:xfrm>
              <a:off x="1531620" y="1577340"/>
              <a:ext cx="1971675" cy="2423160"/>
            </a:xfrm>
            <a:custGeom>
              <a:avLst/>
              <a:gdLst>
                <a:gd name="connsiteX0" fmla="*/ 0 w 1828800"/>
                <a:gd name="connsiteY0" fmla="*/ 2423160 h 2423160"/>
                <a:gd name="connsiteX1" fmla="*/ 1508760 w 1828800"/>
                <a:gd name="connsiteY1" fmla="*/ 0 h 2423160"/>
                <a:gd name="connsiteX2" fmla="*/ 1828800 w 1828800"/>
                <a:gd name="connsiteY2" fmla="*/ 594360 h 2423160"/>
                <a:gd name="connsiteX3" fmla="*/ 22860 w 1828800"/>
                <a:gd name="connsiteY3" fmla="*/ 685800 h 2423160"/>
                <a:gd name="connsiteX4" fmla="*/ 1143000 w 1828800"/>
                <a:gd name="connsiteY4" fmla="*/ 2377440 h 2423160"/>
                <a:gd name="connsiteX5" fmla="*/ 0 w 1828800"/>
                <a:gd name="connsiteY5" fmla="*/ 2423160 h 2423160"/>
                <a:gd name="connsiteX0-1" fmla="*/ 0 w 1971675"/>
                <a:gd name="connsiteY0-2" fmla="*/ 2423160 h 2423160"/>
                <a:gd name="connsiteX1-3" fmla="*/ 1508760 w 1971675"/>
                <a:gd name="connsiteY1-4" fmla="*/ 0 h 2423160"/>
                <a:gd name="connsiteX2-5" fmla="*/ 1971675 w 1971675"/>
                <a:gd name="connsiteY2-6" fmla="*/ 722947 h 2423160"/>
                <a:gd name="connsiteX3-7" fmla="*/ 22860 w 1971675"/>
                <a:gd name="connsiteY3-8" fmla="*/ 685800 h 2423160"/>
                <a:gd name="connsiteX4-9" fmla="*/ 1143000 w 1971675"/>
                <a:gd name="connsiteY4-10" fmla="*/ 2377440 h 2423160"/>
                <a:gd name="connsiteX5-11" fmla="*/ 0 w 1971675"/>
                <a:gd name="connsiteY5-12" fmla="*/ 2423160 h 242316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71675" h="2423160">
                  <a:moveTo>
                    <a:pt x="0" y="2423160"/>
                  </a:moveTo>
                  <a:lnTo>
                    <a:pt x="1508760" y="0"/>
                  </a:lnTo>
                  <a:lnTo>
                    <a:pt x="1971675" y="722947"/>
                  </a:lnTo>
                  <a:lnTo>
                    <a:pt x="22860" y="685800"/>
                  </a:lnTo>
                  <a:lnTo>
                    <a:pt x="1143000" y="2377440"/>
                  </a:lnTo>
                  <a:lnTo>
                    <a:pt x="0" y="2423160"/>
                  </a:lnTo>
                  <a:close/>
                </a:path>
              </a:pathLst>
            </a:cu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1" name="直接连接符 700"/>
            <p:cNvCxnSpPr>
              <a:stCxn id="699" idx="3"/>
              <a:endCxn id="699" idx="1"/>
            </p:cNvCxnSpPr>
            <p:nvPr/>
          </p:nvCxnSpPr>
          <p:spPr>
            <a:xfrm flipH="1">
              <a:off x="1074420" y="3143250"/>
              <a:ext cx="2011680" cy="0"/>
            </a:xfrm>
            <a:prstGeom prst="line">
              <a:avLst/>
            </a:prstGeom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Line 38"/>
          <p:cNvSpPr>
            <a:spLocks noChangeShapeType="1"/>
          </p:cNvSpPr>
          <p:nvPr/>
        </p:nvSpPr>
        <p:spPr bwMode="auto">
          <a:xfrm>
            <a:off x="425450" y="6178550"/>
            <a:ext cx="82169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63"/>
          <p:cNvSpPr>
            <a:spLocks noChangeShapeType="1"/>
          </p:cNvSpPr>
          <p:nvPr/>
        </p:nvSpPr>
        <p:spPr bwMode="auto">
          <a:xfrm flipV="1">
            <a:off x="425450" y="1814286"/>
            <a:ext cx="2158093" cy="4364264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9203" y="65405"/>
            <a:ext cx="3142615" cy="781050"/>
          </a:xfrm>
          <a:prstGeom prst="rect">
            <a:avLst/>
          </a:prstGeom>
        </p:spPr>
      </p:pic>
      <p:grpSp>
        <p:nvGrpSpPr>
          <p:cNvPr id="10" name="Group 3"/>
          <p:cNvGrpSpPr/>
          <p:nvPr/>
        </p:nvGrpSpPr>
        <p:grpSpPr bwMode="auto">
          <a:xfrm>
            <a:off x="179388" y="315912"/>
            <a:ext cx="3370264" cy="592138"/>
            <a:chOff x="-21932" y="-66901"/>
            <a:chExt cx="3370217" cy="493479"/>
          </a:xfrm>
        </p:grpSpPr>
        <p:grpSp>
          <p:nvGrpSpPr>
            <p:cNvPr id="11" name="Group 4"/>
            <p:cNvGrpSpPr/>
            <p:nvPr/>
          </p:nvGrpSpPr>
          <p:grpSpPr bwMode="auto">
            <a:xfrm>
              <a:off x="-21932" y="-66901"/>
              <a:ext cx="3370217" cy="493479"/>
              <a:chOff x="-21932" y="-66901"/>
              <a:chExt cx="3370217" cy="493479"/>
            </a:xfrm>
          </p:grpSpPr>
          <p:sp>
            <p:nvSpPr>
              <p:cNvPr id="13" name="矩形 31"/>
              <p:cNvSpPr>
                <a:spLocks noChangeArrowheads="1"/>
              </p:cNvSpPr>
              <p:nvPr/>
            </p:nvSpPr>
            <p:spPr bwMode="auto">
              <a:xfrm>
                <a:off x="-21932" y="-66901"/>
                <a:ext cx="3052812" cy="493479"/>
              </a:xfrm>
              <a:prstGeom prst="rect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4" name="直角三角形 45"/>
              <p:cNvSpPr>
                <a:spLocks noChangeArrowheads="1"/>
              </p:cNvSpPr>
              <p:nvPr/>
            </p:nvSpPr>
            <p:spPr bwMode="auto">
              <a:xfrm>
                <a:off x="3030880" y="-64991"/>
                <a:ext cx="317405" cy="489657"/>
              </a:xfrm>
              <a:prstGeom prst="rtTriangle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sp>
          <p:nvSpPr>
            <p:cNvPr id="12" name="文本框 2"/>
            <p:cNvSpPr>
              <a:spLocks noChangeArrowheads="1"/>
            </p:cNvSpPr>
            <p:nvPr/>
          </p:nvSpPr>
          <p:spPr bwMode="auto">
            <a:xfrm>
              <a:off x="-21932" y="16210"/>
              <a:ext cx="2210737" cy="384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400" dirty="0"/>
                <a:t>常用模板</a:t>
              </a:r>
              <a:endParaRPr lang="zh-CN" altLang="en-US" sz="2400" dirty="0"/>
            </a:p>
          </p:txBody>
        </p:sp>
      </p:grpSp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908050"/>
            <a:ext cx="4354512" cy="5473700"/>
          </a:xfrm>
          <a:prstGeom prst="rect">
            <a:avLst/>
          </a:prstGeom>
          <a:noFill/>
          <a:ln w="9525">
            <a:solidFill>
              <a:srgbClr val="843C0B"/>
            </a:solidFill>
            <a:miter lim="800000"/>
            <a:headEnd/>
            <a:tailEnd/>
          </a:ln>
          <a:effectLst>
            <a:prstShdw prst="shdw13">
              <a:schemeClr val="bg1">
                <a:alpha val="65999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909638"/>
            <a:ext cx="4464050" cy="5472112"/>
          </a:xfrm>
          <a:prstGeom prst="rect">
            <a:avLst/>
          </a:prstGeom>
          <a:noFill/>
          <a:ln w="9525">
            <a:solidFill>
              <a:srgbClr val="843C0B"/>
            </a:solidFill>
            <a:miter lim="800000"/>
            <a:headEnd/>
            <a:tailEnd/>
          </a:ln>
          <a:effectLst>
            <a:outerShdw blurRad="63500" dist="38100" dir="2700000" algn="ctr" rotWithShape="0">
              <a:srgbClr val="000000">
                <a:alpha val="34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组合 697"/>
          <p:cNvGrpSpPr/>
          <p:nvPr/>
        </p:nvGrpSpPr>
        <p:grpSpPr>
          <a:xfrm>
            <a:off x="13800856" y="1315336"/>
            <a:ext cx="1965110" cy="2206850"/>
            <a:chOff x="1074420" y="1325880"/>
            <a:chExt cx="2428875" cy="3634740"/>
          </a:xfrm>
        </p:grpSpPr>
        <p:sp>
          <p:nvSpPr>
            <p:cNvPr id="699" name="流程图: 决策 698"/>
            <p:cNvSpPr/>
            <p:nvPr/>
          </p:nvSpPr>
          <p:spPr>
            <a:xfrm>
              <a:off x="1074420" y="1325880"/>
              <a:ext cx="2011680" cy="3634740"/>
            </a:xfrm>
            <a:prstGeom prst="flowChartDecision">
              <a:avLst/>
            </a:pr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0" name="任意多边形 699"/>
            <p:cNvSpPr/>
            <p:nvPr/>
          </p:nvSpPr>
          <p:spPr>
            <a:xfrm>
              <a:off x="1531620" y="1577340"/>
              <a:ext cx="1971675" cy="2423160"/>
            </a:xfrm>
            <a:custGeom>
              <a:avLst/>
              <a:gdLst>
                <a:gd name="connsiteX0" fmla="*/ 0 w 1828800"/>
                <a:gd name="connsiteY0" fmla="*/ 2423160 h 2423160"/>
                <a:gd name="connsiteX1" fmla="*/ 1508760 w 1828800"/>
                <a:gd name="connsiteY1" fmla="*/ 0 h 2423160"/>
                <a:gd name="connsiteX2" fmla="*/ 1828800 w 1828800"/>
                <a:gd name="connsiteY2" fmla="*/ 594360 h 2423160"/>
                <a:gd name="connsiteX3" fmla="*/ 22860 w 1828800"/>
                <a:gd name="connsiteY3" fmla="*/ 685800 h 2423160"/>
                <a:gd name="connsiteX4" fmla="*/ 1143000 w 1828800"/>
                <a:gd name="connsiteY4" fmla="*/ 2377440 h 2423160"/>
                <a:gd name="connsiteX5" fmla="*/ 0 w 1828800"/>
                <a:gd name="connsiteY5" fmla="*/ 2423160 h 2423160"/>
                <a:gd name="connsiteX0-1" fmla="*/ 0 w 1971675"/>
                <a:gd name="connsiteY0-2" fmla="*/ 2423160 h 2423160"/>
                <a:gd name="connsiteX1-3" fmla="*/ 1508760 w 1971675"/>
                <a:gd name="connsiteY1-4" fmla="*/ 0 h 2423160"/>
                <a:gd name="connsiteX2-5" fmla="*/ 1971675 w 1971675"/>
                <a:gd name="connsiteY2-6" fmla="*/ 722947 h 2423160"/>
                <a:gd name="connsiteX3-7" fmla="*/ 22860 w 1971675"/>
                <a:gd name="connsiteY3-8" fmla="*/ 685800 h 2423160"/>
                <a:gd name="connsiteX4-9" fmla="*/ 1143000 w 1971675"/>
                <a:gd name="connsiteY4-10" fmla="*/ 2377440 h 2423160"/>
                <a:gd name="connsiteX5-11" fmla="*/ 0 w 1971675"/>
                <a:gd name="connsiteY5-12" fmla="*/ 2423160 h 242316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71675" h="2423160">
                  <a:moveTo>
                    <a:pt x="0" y="2423160"/>
                  </a:moveTo>
                  <a:lnTo>
                    <a:pt x="1508760" y="0"/>
                  </a:lnTo>
                  <a:lnTo>
                    <a:pt x="1971675" y="722947"/>
                  </a:lnTo>
                  <a:lnTo>
                    <a:pt x="22860" y="685800"/>
                  </a:lnTo>
                  <a:lnTo>
                    <a:pt x="1143000" y="2377440"/>
                  </a:lnTo>
                  <a:lnTo>
                    <a:pt x="0" y="2423160"/>
                  </a:lnTo>
                  <a:close/>
                </a:path>
              </a:pathLst>
            </a:cu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1" name="直接连接符 700"/>
            <p:cNvCxnSpPr>
              <a:stCxn id="699" idx="3"/>
              <a:endCxn id="699" idx="1"/>
            </p:cNvCxnSpPr>
            <p:nvPr/>
          </p:nvCxnSpPr>
          <p:spPr>
            <a:xfrm flipH="1">
              <a:off x="1074420" y="3143250"/>
              <a:ext cx="2011680" cy="0"/>
            </a:xfrm>
            <a:prstGeom prst="line">
              <a:avLst/>
            </a:prstGeom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Line 38"/>
          <p:cNvSpPr>
            <a:spLocks noChangeShapeType="1"/>
          </p:cNvSpPr>
          <p:nvPr/>
        </p:nvSpPr>
        <p:spPr bwMode="auto">
          <a:xfrm>
            <a:off x="425450" y="6178550"/>
            <a:ext cx="82169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63"/>
          <p:cNvSpPr>
            <a:spLocks noChangeShapeType="1"/>
          </p:cNvSpPr>
          <p:nvPr/>
        </p:nvSpPr>
        <p:spPr bwMode="auto">
          <a:xfrm flipV="1">
            <a:off x="425450" y="1814286"/>
            <a:ext cx="2158093" cy="4364264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9203" y="65405"/>
            <a:ext cx="3142615" cy="781050"/>
          </a:xfrm>
          <a:prstGeom prst="rect">
            <a:avLst/>
          </a:prstGeom>
        </p:spPr>
      </p:pic>
      <p:grpSp>
        <p:nvGrpSpPr>
          <p:cNvPr id="10" name="Group 3"/>
          <p:cNvGrpSpPr/>
          <p:nvPr/>
        </p:nvGrpSpPr>
        <p:grpSpPr bwMode="auto">
          <a:xfrm>
            <a:off x="153432" y="136234"/>
            <a:ext cx="3370264" cy="592138"/>
            <a:chOff x="-21932" y="-66901"/>
            <a:chExt cx="3370217" cy="493479"/>
          </a:xfrm>
        </p:grpSpPr>
        <p:grpSp>
          <p:nvGrpSpPr>
            <p:cNvPr id="11" name="Group 4"/>
            <p:cNvGrpSpPr/>
            <p:nvPr/>
          </p:nvGrpSpPr>
          <p:grpSpPr bwMode="auto">
            <a:xfrm>
              <a:off x="-21932" y="-66901"/>
              <a:ext cx="3370217" cy="493479"/>
              <a:chOff x="-21932" y="-66901"/>
              <a:chExt cx="3370217" cy="493479"/>
            </a:xfrm>
          </p:grpSpPr>
          <p:sp>
            <p:nvSpPr>
              <p:cNvPr id="13" name="矩形 31"/>
              <p:cNvSpPr>
                <a:spLocks noChangeArrowheads="1"/>
              </p:cNvSpPr>
              <p:nvPr/>
            </p:nvSpPr>
            <p:spPr bwMode="auto">
              <a:xfrm>
                <a:off x="-21932" y="-66901"/>
                <a:ext cx="3052812" cy="493479"/>
              </a:xfrm>
              <a:prstGeom prst="rect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4" name="直角三角形 45"/>
              <p:cNvSpPr>
                <a:spLocks noChangeArrowheads="1"/>
              </p:cNvSpPr>
              <p:nvPr/>
            </p:nvSpPr>
            <p:spPr bwMode="auto">
              <a:xfrm>
                <a:off x="3030880" y="-64991"/>
                <a:ext cx="317405" cy="489657"/>
              </a:xfrm>
              <a:prstGeom prst="rtTriangle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sp>
          <p:nvSpPr>
            <p:cNvPr id="12" name="文本框 2"/>
            <p:cNvSpPr>
              <a:spLocks noChangeArrowheads="1"/>
            </p:cNvSpPr>
            <p:nvPr/>
          </p:nvSpPr>
          <p:spPr bwMode="auto">
            <a:xfrm>
              <a:off x="-21932" y="16210"/>
              <a:ext cx="2210737" cy="384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注意事项</a:t>
              </a:r>
              <a:endParaRPr lang="zh-CN" altLang="en-US" sz="1800" dirty="0"/>
            </a:p>
          </p:txBody>
        </p:sp>
      </p:grpSp>
      <p:sp>
        <p:nvSpPr>
          <p:cNvPr id="2" name="矩形 1"/>
          <p:cNvSpPr/>
          <p:nvPr/>
        </p:nvSpPr>
        <p:spPr>
          <a:xfrm>
            <a:off x="425450" y="1054100"/>
            <a:ext cx="7346950" cy="4969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  <a:spcBef>
                <a:spcPct val="0"/>
              </a:spcBef>
            </a:pPr>
            <a:r>
              <a:rPr lang="en-US" altLang="x-none" sz="2400" b="1" dirty="0">
                <a:solidFill>
                  <a:srgbClr val="5F1E01"/>
                </a:solidFill>
                <a:latin typeface="宋体" panose="02010600030101010101" pitchFamily="2" charset="-122"/>
              </a:rPr>
              <a:t>※ </a:t>
            </a:r>
            <a:r>
              <a:rPr lang="zh-CN" altLang="en-US" sz="2400" b="1" dirty="0">
                <a:solidFill>
                  <a:srgbClr val="5F1E01"/>
                </a:solidFill>
                <a:latin typeface="宋体" panose="02010600030101010101" pitchFamily="2" charset="-122"/>
              </a:rPr>
              <a:t>书写内容时一般不能出现主语，不要使用长句</a:t>
            </a:r>
            <a:endParaRPr lang="en-US" altLang="zh-CN" sz="2400" b="1" dirty="0">
              <a:solidFill>
                <a:srgbClr val="5F1E01"/>
              </a:solidFill>
              <a:latin typeface="宋体" panose="02010600030101010101" pitchFamily="2" charset="-122"/>
            </a:endParaRPr>
          </a:p>
          <a:p>
            <a:pPr>
              <a:lnSpc>
                <a:spcPts val="3500"/>
              </a:lnSpc>
              <a:spcBef>
                <a:spcPct val="0"/>
              </a:spcBef>
            </a:pPr>
            <a:endParaRPr lang="en-US" altLang="x-none" sz="2400" b="1" dirty="0">
              <a:solidFill>
                <a:srgbClr val="5F1E01"/>
              </a:solidFill>
              <a:latin typeface="宋体" panose="02010600030101010101" pitchFamily="2" charset="-122"/>
            </a:endParaRPr>
          </a:p>
          <a:p>
            <a:pPr>
              <a:lnSpc>
                <a:spcPts val="3500"/>
              </a:lnSpc>
              <a:spcBef>
                <a:spcPct val="0"/>
              </a:spcBef>
            </a:pPr>
            <a:r>
              <a:rPr lang="en-US" altLang="x-none" sz="2400" b="1" dirty="0">
                <a:solidFill>
                  <a:srgbClr val="5F1E01"/>
                </a:solidFill>
                <a:latin typeface="宋体" panose="02010600030101010101" pitchFamily="2" charset="-122"/>
              </a:rPr>
              <a:t>※ </a:t>
            </a:r>
            <a:r>
              <a:rPr lang="zh-CN" altLang="en-US" sz="2400" b="1" dirty="0">
                <a:solidFill>
                  <a:srgbClr val="5F1E01"/>
                </a:solidFill>
                <a:latin typeface="宋体" panose="02010600030101010101" pitchFamily="2" charset="-122"/>
              </a:rPr>
              <a:t>重点突出工作经验、项目经验和专业技能</a:t>
            </a:r>
            <a:endParaRPr lang="en-US" altLang="zh-CN" sz="2400" b="1" dirty="0">
              <a:solidFill>
                <a:srgbClr val="5F1E01"/>
              </a:solidFill>
              <a:latin typeface="宋体" panose="02010600030101010101" pitchFamily="2" charset="-122"/>
            </a:endParaRPr>
          </a:p>
          <a:p>
            <a:pPr>
              <a:lnSpc>
                <a:spcPts val="3500"/>
              </a:lnSpc>
              <a:spcBef>
                <a:spcPct val="0"/>
              </a:spcBef>
            </a:pPr>
            <a:endParaRPr lang="en-US" altLang="x-none" sz="2400" b="1" dirty="0">
              <a:solidFill>
                <a:srgbClr val="5F1E01"/>
              </a:solidFill>
              <a:latin typeface="宋体" panose="02010600030101010101" pitchFamily="2" charset="-122"/>
            </a:endParaRPr>
          </a:p>
          <a:p>
            <a:pPr>
              <a:lnSpc>
                <a:spcPts val="3500"/>
              </a:lnSpc>
              <a:spcBef>
                <a:spcPct val="0"/>
              </a:spcBef>
            </a:pPr>
            <a:r>
              <a:rPr lang="en-US" altLang="x-none" sz="2400" b="1" dirty="0">
                <a:solidFill>
                  <a:srgbClr val="5F1E01"/>
                </a:solidFill>
                <a:latin typeface="宋体" panose="02010600030101010101" pitchFamily="2" charset="-122"/>
              </a:rPr>
              <a:t>※ </a:t>
            </a:r>
            <a:r>
              <a:rPr lang="zh-CN" altLang="en-US" sz="2400" b="1" dirty="0">
                <a:solidFill>
                  <a:srgbClr val="5F1E01"/>
                </a:solidFill>
                <a:latin typeface="宋体" panose="02010600030101010101" pitchFamily="2" charset="-122"/>
              </a:rPr>
              <a:t>必须信息：个人信息，求职意向，专业技能，工作</a:t>
            </a:r>
            <a:r>
              <a:rPr lang="en-US" altLang="x-none" sz="2400" b="1" dirty="0">
                <a:solidFill>
                  <a:srgbClr val="5F1E01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400" b="1" dirty="0">
                <a:solidFill>
                  <a:srgbClr val="5F1E01"/>
                </a:solidFill>
                <a:latin typeface="宋体" panose="02010600030101010101" pitchFamily="2" charset="-122"/>
              </a:rPr>
              <a:t>实习经验，项目经验，教育背景</a:t>
            </a:r>
            <a:endParaRPr lang="en-US" altLang="zh-CN" sz="2400" b="1" dirty="0">
              <a:solidFill>
                <a:srgbClr val="5F1E01"/>
              </a:solidFill>
              <a:latin typeface="宋体" panose="02010600030101010101" pitchFamily="2" charset="-122"/>
            </a:endParaRPr>
          </a:p>
          <a:p>
            <a:pPr>
              <a:lnSpc>
                <a:spcPts val="3500"/>
              </a:lnSpc>
              <a:spcBef>
                <a:spcPct val="0"/>
              </a:spcBef>
            </a:pPr>
            <a:endParaRPr lang="zh-CN" altLang="en-US" sz="2400" b="1" dirty="0">
              <a:solidFill>
                <a:srgbClr val="5F1E01"/>
              </a:solidFill>
              <a:latin typeface="宋体" panose="02010600030101010101" pitchFamily="2" charset="-122"/>
            </a:endParaRPr>
          </a:p>
          <a:p>
            <a:pPr>
              <a:lnSpc>
                <a:spcPts val="3500"/>
              </a:lnSpc>
              <a:spcBef>
                <a:spcPct val="0"/>
              </a:spcBef>
            </a:pPr>
            <a:r>
              <a:rPr lang="en-US" altLang="x-none" sz="2400" b="1" dirty="0">
                <a:solidFill>
                  <a:srgbClr val="5F1E01"/>
                </a:solidFill>
                <a:latin typeface="宋体" panose="02010600030101010101" pitchFamily="2" charset="-122"/>
              </a:rPr>
              <a:t>※ </a:t>
            </a:r>
            <a:r>
              <a:rPr lang="zh-CN" altLang="en-US" sz="2400" b="1" dirty="0">
                <a:solidFill>
                  <a:srgbClr val="5F1E01"/>
                </a:solidFill>
                <a:latin typeface="宋体" panose="02010600030101010101" pitchFamily="2" charset="-122"/>
              </a:rPr>
              <a:t>兴趣爱好，多写团体活动</a:t>
            </a:r>
            <a:endParaRPr lang="en-US" altLang="x-none" sz="2400" b="1" dirty="0">
              <a:solidFill>
                <a:srgbClr val="5F1E01"/>
              </a:solidFill>
              <a:latin typeface="宋体" panose="02010600030101010101" pitchFamily="2" charset="-122"/>
            </a:endParaRPr>
          </a:p>
          <a:p>
            <a:pPr>
              <a:lnSpc>
                <a:spcPts val="3500"/>
              </a:lnSpc>
              <a:spcBef>
                <a:spcPct val="0"/>
              </a:spcBef>
            </a:pPr>
            <a:r>
              <a:rPr lang="en-US" altLang="x-none" sz="2400" b="1" dirty="0">
                <a:solidFill>
                  <a:srgbClr val="5F1E01"/>
                </a:solidFill>
                <a:latin typeface="宋体" panose="02010600030101010101" pitchFamily="2" charset="-122"/>
              </a:rPr>
              <a:t>※ </a:t>
            </a:r>
            <a:r>
              <a:rPr lang="zh-CN" altLang="en-US" sz="2400" b="1" dirty="0">
                <a:solidFill>
                  <a:srgbClr val="5F1E01"/>
                </a:solidFill>
                <a:latin typeface="宋体" panose="02010600030101010101" pitchFamily="2" charset="-122"/>
              </a:rPr>
              <a:t>全篇字体不要超过三种，可以用“黑体”、“宋体”、“楷体”</a:t>
            </a:r>
            <a:endParaRPr lang="en-US" altLang="x-none" sz="2400" b="1" dirty="0">
              <a:solidFill>
                <a:srgbClr val="5F1E01"/>
              </a:solidFill>
              <a:latin typeface="宋体" panose="02010600030101010101" pitchFamily="2" charset="-122"/>
            </a:endParaRPr>
          </a:p>
          <a:p>
            <a:pPr>
              <a:lnSpc>
                <a:spcPts val="3500"/>
              </a:lnSpc>
              <a:spcBef>
                <a:spcPct val="0"/>
              </a:spcBef>
            </a:pPr>
            <a:r>
              <a:rPr lang="en-US" altLang="x-none" sz="2400" b="1" dirty="0">
                <a:solidFill>
                  <a:srgbClr val="5F1E01"/>
                </a:solidFill>
                <a:latin typeface="宋体" panose="02010600030101010101" pitchFamily="2" charset="-122"/>
              </a:rPr>
              <a:t>※ </a:t>
            </a:r>
            <a:r>
              <a:rPr lang="zh-CN" altLang="en-US" sz="2400" b="1" dirty="0">
                <a:solidFill>
                  <a:srgbClr val="5F1E01"/>
                </a:solidFill>
                <a:latin typeface="宋体" panose="02010600030101010101" pitchFamily="2" charset="-122"/>
              </a:rPr>
              <a:t>注意排版、行距、标点符号</a:t>
            </a:r>
            <a:endParaRPr lang="en-US" altLang="x-none" sz="2400" b="1" dirty="0">
              <a:solidFill>
                <a:srgbClr val="5F1E0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组合 697"/>
          <p:cNvGrpSpPr/>
          <p:nvPr/>
        </p:nvGrpSpPr>
        <p:grpSpPr>
          <a:xfrm>
            <a:off x="13800856" y="1315336"/>
            <a:ext cx="1965110" cy="2206850"/>
            <a:chOff x="1074420" y="1325880"/>
            <a:chExt cx="2428875" cy="3634740"/>
          </a:xfrm>
        </p:grpSpPr>
        <p:sp>
          <p:nvSpPr>
            <p:cNvPr id="699" name="流程图: 决策 698"/>
            <p:cNvSpPr/>
            <p:nvPr/>
          </p:nvSpPr>
          <p:spPr>
            <a:xfrm>
              <a:off x="1074420" y="1325880"/>
              <a:ext cx="2011680" cy="3634740"/>
            </a:xfrm>
            <a:prstGeom prst="flowChartDecision">
              <a:avLst/>
            </a:pr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0" name="任意多边形 699"/>
            <p:cNvSpPr/>
            <p:nvPr/>
          </p:nvSpPr>
          <p:spPr>
            <a:xfrm>
              <a:off x="1531620" y="1577340"/>
              <a:ext cx="1971675" cy="2423160"/>
            </a:xfrm>
            <a:custGeom>
              <a:avLst/>
              <a:gdLst>
                <a:gd name="connsiteX0" fmla="*/ 0 w 1828800"/>
                <a:gd name="connsiteY0" fmla="*/ 2423160 h 2423160"/>
                <a:gd name="connsiteX1" fmla="*/ 1508760 w 1828800"/>
                <a:gd name="connsiteY1" fmla="*/ 0 h 2423160"/>
                <a:gd name="connsiteX2" fmla="*/ 1828800 w 1828800"/>
                <a:gd name="connsiteY2" fmla="*/ 594360 h 2423160"/>
                <a:gd name="connsiteX3" fmla="*/ 22860 w 1828800"/>
                <a:gd name="connsiteY3" fmla="*/ 685800 h 2423160"/>
                <a:gd name="connsiteX4" fmla="*/ 1143000 w 1828800"/>
                <a:gd name="connsiteY4" fmla="*/ 2377440 h 2423160"/>
                <a:gd name="connsiteX5" fmla="*/ 0 w 1828800"/>
                <a:gd name="connsiteY5" fmla="*/ 2423160 h 2423160"/>
                <a:gd name="connsiteX0-1" fmla="*/ 0 w 1971675"/>
                <a:gd name="connsiteY0-2" fmla="*/ 2423160 h 2423160"/>
                <a:gd name="connsiteX1-3" fmla="*/ 1508760 w 1971675"/>
                <a:gd name="connsiteY1-4" fmla="*/ 0 h 2423160"/>
                <a:gd name="connsiteX2-5" fmla="*/ 1971675 w 1971675"/>
                <a:gd name="connsiteY2-6" fmla="*/ 722947 h 2423160"/>
                <a:gd name="connsiteX3-7" fmla="*/ 22860 w 1971675"/>
                <a:gd name="connsiteY3-8" fmla="*/ 685800 h 2423160"/>
                <a:gd name="connsiteX4-9" fmla="*/ 1143000 w 1971675"/>
                <a:gd name="connsiteY4-10" fmla="*/ 2377440 h 2423160"/>
                <a:gd name="connsiteX5-11" fmla="*/ 0 w 1971675"/>
                <a:gd name="connsiteY5-12" fmla="*/ 2423160 h 242316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71675" h="2423160">
                  <a:moveTo>
                    <a:pt x="0" y="2423160"/>
                  </a:moveTo>
                  <a:lnTo>
                    <a:pt x="1508760" y="0"/>
                  </a:lnTo>
                  <a:lnTo>
                    <a:pt x="1971675" y="722947"/>
                  </a:lnTo>
                  <a:lnTo>
                    <a:pt x="22860" y="685800"/>
                  </a:lnTo>
                  <a:lnTo>
                    <a:pt x="1143000" y="2377440"/>
                  </a:lnTo>
                  <a:lnTo>
                    <a:pt x="0" y="2423160"/>
                  </a:lnTo>
                  <a:close/>
                </a:path>
              </a:pathLst>
            </a:cu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1" name="直接连接符 700"/>
            <p:cNvCxnSpPr>
              <a:stCxn id="699" idx="3"/>
              <a:endCxn id="699" idx="1"/>
            </p:cNvCxnSpPr>
            <p:nvPr/>
          </p:nvCxnSpPr>
          <p:spPr>
            <a:xfrm flipH="1">
              <a:off x="1074420" y="3143250"/>
              <a:ext cx="2011680" cy="0"/>
            </a:xfrm>
            <a:prstGeom prst="line">
              <a:avLst/>
            </a:prstGeom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Line 38"/>
          <p:cNvSpPr>
            <a:spLocks noChangeShapeType="1"/>
          </p:cNvSpPr>
          <p:nvPr/>
        </p:nvSpPr>
        <p:spPr bwMode="auto">
          <a:xfrm>
            <a:off x="425450" y="6178550"/>
            <a:ext cx="82169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63"/>
          <p:cNvSpPr>
            <a:spLocks noChangeShapeType="1"/>
          </p:cNvSpPr>
          <p:nvPr/>
        </p:nvSpPr>
        <p:spPr bwMode="auto">
          <a:xfrm flipV="1">
            <a:off x="425450" y="1814286"/>
            <a:ext cx="2158093" cy="4364264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9203" y="65405"/>
            <a:ext cx="3142615" cy="781050"/>
          </a:xfrm>
          <a:prstGeom prst="rect">
            <a:avLst/>
          </a:prstGeom>
        </p:spPr>
      </p:pic>
      <p:grpSp>
        <p:nvGrpSpPr>
          <p:cNvPr id="10" name="Group 3"/>
          <p:cNvGrpSpPr/>
          <p:nvPr/>
        </p:nvGrpSpPr>
        <p:grpSpPr bwMode="auto">
          <a:xfrm>
            <a:off x="153432" y="136234"/>
            <a:ext cx="3370264" cy="592138"/>
            <a:chOff x="-21932" y="-66901"/>
            <a:chExt cx="3370217" cy="493479"/>
          </a:xfrm>
        </p:grpSpPr>
        <p:grpSp>
          <p:nvGrpSpPr>
            <p:cNvPr id="11" name="Group 4"/>
            <p:cNvGrpSpPr/>
            <p:nvPr/>
          </p:nvGrpSpPr>
          <p:grpSpPr bwMode="auto">
            <a:xfrm>
              <a:off x="-21932" y="-66901"/>
              <a:ext cx="3370217" cy="493479"/>
              <a:chOff x="-21932" y="-66901"/>
              <a:chExt cx="3370217" cy="493479"/>
            </a:xfrm>
          </p:grpSpPr>
          <p:sp>
            <p:nvSpPr>
              <p:cNvPr id="13" name="矩形 31"/>
              <p:cNvSpPr>
                <a:spLocks noChangeArrowheads="1"/>
              </p:cNvSpPr>
              <p:nvPr/>
            </p:nvSpPr>
            <p:spPr bwMode="auto">
              <a:xfrm>
                <a:off x="-21932" y="-66901"/>
                <a:ext cx="3052812" cy="493479"/>
              </a:xfrm>
              <a:prstGeom prst="rect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4" name="直角三角形 45"/>
              <p:cNvSpPr>
                <a:spLocks noChangeArrowheads="1"/>
              </p:cNvSpPr>
              <p:nvPr/>
            </p:nvSpPr>
            <p:spPr bwMode="auto">
              <a:xfrm>
                <a:off x="3030880" y="-64991"/>
                <a:ext cx="317405" cy="489657"/>
              </a:xfrm>
              <a:prstGeom prst="rtTriangle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sp>
          <p:nvSpPr>
            <p:cNvPr id="12" name="文本框 2"/>
            <p:cNvSpPr>
              <a:spLocks noChangeArrowheads="1"/>
            </p:cNvSpPr>
            <p:nvPr/>
          </p:nvSpPr>
          <p:spPr bwMode="auto">
            <a:xfrm>
              <a:off x="-21932" y="16210"/>
              <a:ext cx="2210737" cy="384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基本信息</a:t>
              </a:r>
              <a:endParaRPr lang="zh-CN" altLang="en-US" sz="1800" dirty="0"/>
            </a:p>
          </p:txBody>
        </p:sp>
      </p:grpSp>
      <p:sp>
        <p:nvSpPr>
          <p:cNvPr id="2" name="矩形 1"/>
          <p:cNvSpPr/>
          <p:nvPr/>
        </p:nvSpPr>
        <p:spPr>
          <a:xfrm>
            <a:off x="425450" y="1155498"/>
            <a:ext cx="871855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latin typeface="宋体" panose="02010600030101010101" pitchFamily="2" charset="-122"/>
              </a:rPr>
              <a:t>一：基本信息</a:t>
            </a:r>
            <a:endParaRPr lang="zh-CN" altLang="en-US" sz="2800" b="1" dirty="0">
              <a:solidFill>
                <a:srgbClr val="002060"/>
              </a:solidFill>
              <a:latin typeface="宋体" panose="02010600030101010101" pitchFamily="2" charset="-122"/>
            </a:endParaRPr>
          </a:p>
          <a:p>
            <a:endParaRPr lang="en-US" altLang="x-none" sz="2800" b="1" dirty="0">
              <a:solidFill>
                <a:srgbClr val="002060"/>
              </a:solidFill>
              <a:latin typeface="宋体" panose="02010600030101010101" pitchFamily="2" charset="-122"/>
            </a:endParaRPr>
          </a:p>
          <a:p>
            <a:r>
              <a:rPr lang="zh-CN" altLang="en-US" sz="2800" b="1" dirty="0">
                <a:solidFill>
                  <a:srgbClr val="0D0D0D"/>
                </a:solidFill>
                <a:latin typeface="宋体" panose="02010600030101010101" pitchFamily="2" charset="-122"/>
              </a:rPr>
              <a:t>必须：姓名、性别、住址、工作年限、联系方式、邮箱</a:t>
            </a:r>
            <a:endParaRPr lang="zh-CN" altLang="en-US" sz="2800" b="1" dirty="0">
              <a:solidFill>
                <a:srgbClr val="0D0D0D"/>
              </a:solidFill>
              <a:latin typeface="宋体" panose="02010600030101010101" pitchFamily="2" charset="-122"/>
            </a:endParaRPr>
          </a:p>
          <a:p>
            <a:endParaRPr lang="en-US" altLang="x-none" sz="2800" b="1" dirty="0">
              <a:solidFill>
                <a:srgbClr val="0D0D0D"/>
              </a:solidFill>
              <a:latin typeface="宋体" panose="02010600030101010101" pitchFamily="2" charset="-122"/>
            </a:endParaRPr>
          </a:p>
          <a:p>
            <a:r>
              <a:rPr lang="zh-CN" altLang="en-US" sz="2800" b="1" dirty="0">
                <a:solidFill>
                  <a:srgbClr val="002060"/>
                </a:solidFill>
                <a:latin typeface="宋体" panose="02010600030101010101" pitchFamily="2" charset="-122"/>
              </a:rPr>
              <a:t>（工作年限：根据个人技术水平而定）</a:t>
            </a:r>
            <a:endParaRPr lang="zh-CN" altLang="en-US" sz="2800" b="1" dirty="0">
              <a:solidFill>
                <a:srgbClr val="002060"/>
              </a:solidFill>
              <a:latin typeface="宋体" panose="02010600030101010101" pitchFamily="2" charset="-122"/>
            </a:endParaRPr>
          </a:p>
          <a:p>
            <a:endParaRPr lang="zh-CN" altLang="en-US" sz="2800" b="1" dirty="0">
              <a:solidFill>
                <a:srgbClr val="002060"/>
              </a:solidFill>
              <a:latin typeface="宋体" panose="02010600030101010101" pitchFamily="2" charset="-122"/>
            </a:endParaRPr>
          </a:p>
          <a:p>
            <a:endParaRPr lang="en-US" altLang="x-none" sz="2800" b="1" dirty="0">
              <a:solidFill>
                <a:srgbClr val="002060"/>
              </a:solidFill>
              <a:latin typeface="宋体" panose="02010600030101010101" pitchFamily="2" charset="-122"/>
            </a:endParaRPr>
          </a:p>
          <a:p>
            <a:r>
              <a:rPr lang="zh-CN" altLang="en-US" sz="2800" b="1" dirty="0">
                <a:solidFill>
                  <a:srgbClr val="0D0D0D"/>
                </a:solidFill>
                <a:latin typeface="宋体" panose="02010600030101010101" pitchFamily="2" charset="-122"/>
              </a:rPr>
              <a:t>可选：学历、学校、专业、年龄、户口、民族、婚姻状况、英语水平、政治面貌等</a:t>
            </a:r>
            <a:endParaRPr lang="zh-CN" altLang="en-US" sz="2800" b="1" dirty="0">
              <a:solidFill>
                <a:srgbClr val="0D0D0D"/>
              </a:solidFill>
              <a:latin typeface="宋体" panose="02010600030101010101" pitchFamily="2" charset="-122"/>
            </a:endParaRPr>
          </a:p>
          <a:p>
            <a:endParaRPr lang="en-US" altLang="x-none" sz="2800" b="1" dirty="0">
              <a:solidFill>
                <a:srgbClr val="0D0D0D"/>
              </a:solidFill>
              <a:latin typeface="宋体" panose="02010600030101010101" pitchFamily="2" charset="-122"/>
            </a:endParaRPr>
          </a:p>
          <a:p>
            <a:r>
              <a:rPr lang="zh-CN" altLang="en-US" sz="2800" b="1" dirty="0">
                <a:solidFill>
                  <a:srgbClr val="002060"/>
                </a:solidFill>
                <a:latin typeface="宋体" panose="02010600030101010101" pitchFamily="2" charset="-122"/>
              </a:rPr>
              <a:t>（根据个人情况而定，选有优势的写）</a:t>
            </a:r>
            <a:endParaRPr lang="x-none" altLang="en-US" sz="2800" dirty="0"/>
          </a:p>
        </p:txBody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组合 697"/>
          <p:cNvGrpSpPr/>
          <p:nvPr/>
        </p:nvGrpSpPr>
        <p:grpSpPr>
          <a:xfrm>
            <a:off x="13800856" y="1315336"/>
            <a:ext cx="1965110" cy="2206850"/>
            <a:chOff x="1074420" y="1325880"/>
            <a:chExt cx="2428875" cy="3634740"/>
          </a:xfrm>
        </p:grpSpPr>
        <p:sp>
          <p:nvSpPr>
            <p:cNvPr id="699" name="流程图: 决策 698"/>
            <p:cNvSpPr/>
            <p:nvPr/>
          </p:nvSpPr>
          <p:spPr>
            <a:xfrm>
              <a:off x="1074420" y="1325880"/>
              <a:ext cx="2011680" cy="3634740"/>
            </a:xfrm>
            <a:prstGeom prst="flowChartDecision">
              <a:avLst/>
            </a:pr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0" name="任意多边形 699"/>
            <p:cNvSpPr/>
            <p:nvPr/>
          </p:nvSpPr>
          <p:spPr>
            <a:xfrm>
              <a:off x="1531620" y="1577340"/>
              <a:ext cx="1971675" cy="2423160"/>
            </a:xfrm>
            <a:custGeom>
              <a:avLst/>
              <a:gdLst>
                <a:gd name="connsiteX0" fmla="*/ 0 w 1828800"/>
                <a:gd name="connsiteY0" fmla="*/ 2423160 h 2423160"/>
                <a:gd name="connsiteX1" fmla="*/ 1508760 w 1828800"/>
                <a:gd name="connsiteY1" fmla="*/ 0 h 2423160"/>
                <a:gd name="connsiteX2" fmla="*/ 1828800 w 1828800"/>
                <a:gd name="connsiteY2" fmla="*/ 594360 h 2423160"/>
                <a:gd name="connsiteX3" fmla="*/ 22860 w 1828800"/>
                <a:gd name="connsiteY3" fmla="*/ 685800 h 2423160"/>
                <a:gd name="connsiteX4" fmla="*/ 1143000 w 1828800"/>
                <a:gd name="connsiteY4" fmla="*/ 2377440 h 2423160"/>
                <a:gd name="connsiteX5" fmla="*/ 0 w 1828800"/>
                <a:gd name="connsiteY5" fmla="*/ 2423160 h 2423160"/>
                <a:gd name="connsiteX0-1" fmla="*/ 0 w 1971675"/>
                <a:gd name="connsiteY0-2" fmla="*/ 2423160 h 2423160"/>
                <a:gd name="connsiteX1-3" fmla="*/ 1508760 w 1971675"/>
                <a:gd name="connsiteY1-4" fmla="*/ 0 h 2423160"/>
                <a:gd name="connsiteX2-5" fmla="*/ 1971675 w 1971675"/>
                <a:gd name="connsiteY2-6" fmla="*/ 722947 h 2423160"/>
                <a:gd name="connsiteX3-7" fmla="*/ 22860 w 1971675"/>
                <a:gd name="connsiteY3-8" fmla="*/ 685800 h 2423160"/>
                <a:gd name="connsiteX4-9" fmla="*/ 1143000 w 1971675"/>
                <a:gd name="connsiteY4-10" fmla="*/ 2377440 h 2423160"/>
                <a:gd name="connsiteX5-11" fmla="*/ 0 w 1971675"/>
                <a:gd name="connsiteY5-12" fmla="*/ 2423160 h 242316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71675" h="2423160">
                  <a:moveTo>
                    <a:pt x="0" y="2423160"/>
                  </a:moveTo>
                  <a:lnTo>
                    <a:pt x="1508760" y="0"/>
                  </a:lnTo>
                  <a:lnTo>
                    <a:pt x="1971675" y="722947"/>
                  </a:lnTo>
                  <a:lnTo>
                    <a:pt x="22860" y="685800"/>
                  </a:lnTo>
                  <a:lnTo>
                    <a:pt x="1143000" y="2377440"/>
                  </a:lnTo>
                  <a:lnTo>
                    <a:pt x="0" y="2423160"/>
                  </a:lnTo>
                  <a:close/>
                </a:path>
              </a:pathLst>
            </a:cu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1" name="直接连接符 700"/>
            <p:cNvCxnSpPr>
              <a:stCxn id="699" idx="3"/>
              <a:endCxn id="699" idx="1"/>
            </p:cNvCxnSpPr>
            <p:nvPr/>
          </p:nvCxnSpPr>
          <p:spPr>
            <a:xfrm flipH="1">
              <a:off x="1074420" y="3143250"/>
              <a:ext cx="2011680" cy="0"/>
            </a:xfrm>
            <a:prstGeom prst="line">
              <a:avLst/>
            </a:prstGeom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Line 38"/>
          <p:cNvSpPr>
            <a:spLocks noChangeShapeType="1"/>
          </p:cNvSpPr>
          <p:nvPr/>
        </p:nvSpPr>
        <p:spPr bwMode="auto">
          <a:xfrm>
            <a:off x="425450" y="6178550"/>
            <a:ext cx="82169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63"/>
          <p:cNvSpPr>
            <a:spLocks noChangeShapeType="1"/>
          </p:cNvSpPr>
          <p:nvPr/>
        </p:nvSpPr>
        <p:spPr bwMode="auto">
          <a:xfrm flipV="1">
            <a:off x="425450" y="1814286"/>
            <a:ext cx="2158093" cy="4364264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9203" y="65405"/>
            <a:ext cx="3142615" cy="781050"/>
          </a:xfrm>
          <a:prstGeom prst="rect">
            <a:avLst/>
          </a:prstGeom>
        </p:spPr>
      </p:pic>
      <p:grpSp>
        <p:nvGrpSpPr>
          <p:cNvPr id="10" name="Group 3"/>
          <p:cNvGrpSpPr/>
          <p:nvPr/>
        </p:nvGrpSpPr>
        <p:grpSpPr bwMode="auto">
          <a:xfrm>
            <a:off x="153432" y="136234"/>
            <a:ext cx="3370264" cy="592138"/>
            <a:chOff x="-21932" y="-66901"/>
            <a:chExt cx="3370217" cy="493479"/>
          </a:xfrm>
        </p:grpSpPr>
        <p:grpSp>
          <p:nvGrpSpPr>
            <p:cNvPr id="11" name="Group 4"/>
            <p:cNvGrpSpPr/>
            <p:nvPr/>
          </p:nvGrpSpPr>
          <p:grpSpPr bwMode="auto">
            <a:xfrm>
              <a:off x="-21932" y="-66901"/>
              <a:ext cx="3370217" cy="493479"/>
              <a:chOff x="-21932" y="-66901"/>
              <a:chExt cx="3370217" cy="493479"/>
            </a:xfrm>
          </p:grpSpPr>
          <p:sp>
            <p:nvSpPr>
              <p:cNvPr id="13" name="矩形 31"/>
              <p:cNvSpPr>
                <a:spLocks noChangeArrowheads="1"/>
              </p:cNvSpPr>
              <p:nvPr/>
            </p:nvSpPr>
            <p:spPr bwMode="auto">
              <a:xfrm>
                <a:off x="-21932" y="-66901"/>
                <a:ext cx="3052812" cy="493479"/>
              </a:xfrm>
              <a:prstGeom prst="rect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4" name="直角三角形 45"/>
              <p:cNvSpPr>
                <a:spLocks noChangeArrowheads="1"/>
              </p:cNvSpPr>
              <p:nvPr/>
            </p:nvSpPr>
            <p:spPr bwMode="auto">
              <a:xfrm>
                <a:off x="3030880" y="-64991"/>
                <a:ext cx="317405" cy="489657"/>
              </a:xfrm>
              <a:prstGeom prst="rtTriangle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sp>
          <p:nvSpPr>
            <p:cNvPr id="12" name="文本框 2"/>
            <p:cNvSpPr>
              <a:spLocks noChangeArrowheads="1"/>
            </p:cNvSpPr>
            <p:nvPr/>
          </p:nvSpPr>
          <p:spPr bwMode="auto">
            <a:xfrm>
              <a:off x="-21932" y="16210"/>
              <a:ext cx="2945327" cy="384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求职意向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/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专业技能</a:t>
              </a:r>
              <a:endParaRPr lang="zh-CN" altLang="en-US" sz="1800" dirty="0"/>
            </a:p>
          </p:txBody>
        </p:sp>
      </p:grpSp>
      <p:sp>
        <p:nvSpPr>
          <p:cNvPr id="2" name="矩形 1"/>
          <p:cNvSpPr/>
          <p:nvPr/>
        </p:nvSpPr>
        <p:spPr>
          <a:xfrm>
            <a:off x="1315412" y="1315336"/>
            <a:ext cx="6096000" cy="496930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5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rgbClr val="002060"/>
                </a:solidFill>
                <a:latin typeface="宋体" panose="02010600030101010101" pitchFamily="2" charset="-122"/>
              </a:rPr>
              <a:t>二、求职意向</a:t>
            </a:r>
            <a:endParaRPr lang="en-US" altLang="x-none" sz="2400" b="1" dirty="0">
              <a:solidFill>
                <a:srgbClr val="002060"/>
              </a:solidFill>
              <a:latin typeface="宋体" panose="02010600030101010101" pitchFamily="2" charset="-122"/>
            </a:endParaRPr>
          </a:p>
          <a:p>
            <a:pPr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D0D0D"/>
                </a:solidFill>
                <a:latin typeface="宋体" panose="02010600030101010101" pitchFamily="2" charset="-122"/>
              </a:rPr>
              <a:t>职       位：</a:t>
            </a:r>
            <a:r>
              <a:rPr lang="zh-CN" altLang="en-US" sz="2400" b="1" dirty="0">
                <a:solidFill>
                  <a:srgbClr val="002060"/>
                </a:solidFill>
                <a:latin typeface="宋体" panose="02010600030101010101" pitchFamily="2" charset="-122"/>
              </a:rPr>
              <a:t>准确</a:t>
            </a:r>
            <a:endParaRPr lang="en-US" altLang="x-none" sz="2400" b="1" dirty="0">
              <a:solidFill>
                <a:srgbClr val="002060"/>
              </a:solidFill>
              <a:latin typeface="宋体" panose="02010600030101010101" pitchFamily="2" charset="-122"/>
            </a:endParaRPr>
          </a:p>
          <a:p>
            <a:pPr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D0D0D"/>
                </a:solidFill>
                <a:latin typeface="宋体" panose="02010600030101010101" pitchFamily="2" charset="-122"/>
              </a:rPr>
              <a:t>薪       资：</a:t>
            </a:r>
            <a:r>
              <a:rPr lang="zh-CN" altLang="en-US" sz="2400" b="1" dirty="0">
                <a:solidFill>
                  <a:schemeClr val="bg2">
                    <a:lumMod val="90000"/>
                    <a:lumOff val="10000"/>
                  </a:schemeClr>
                </a:solidFill>
                <a:latin typeface="宋体" panose="02010600030101010101" pitchFamily="2" charset="-122"/>
              </a:rPr>
              <a:t>写具体数字</a:t>
            </a:r>
            <a:endParaRPr lang="zh-CN" altLang="en-US" sz="2400" b="1" dirty="0">
              <a:solidFill>
                <a:schemeClr val="bg2">
                  <a:lumMod val="90000"/>
                  <a:lumOff val="10000"/>
                </a:schemeClr>
              </a:solidFill>
              <a:latin typeface="宋体" panose="02010600030101010101" pitchFamily="2" charset="-122"/>
            </a:endParaRPr>
          </a:p>
          <a:p>
            <a:pPr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D0D0D"/>
                </a:solidFill>
                <a:latin typeface="宋体" panose="02010600030101010101" pitchFamily="2" charset="-122"/>
              </a:rPr>
              <a:t>到岗时间：</a:t>
            </a:r>
            <a:r>
              <a:rPr lang="zh-CN" altLang="en-US" sz="2400" b="1" dirty="0">
                <a:solidFill>
                  <a:srgbClr val="002060"/>
                </a:solidFill>
                <a:latin typeface="宋体" panose="02010600030101010101" pitchFamily="2" charset="-122"/>
              </a:rPr>
              <a:t>已经办理，即刻上岗</a:t>
            </a:r>
            <a:endParaRPr lang="en-US" altLang="x-none" sz="2400" b="1" dirty="0">
              <a:solidFill>
                <a:srgbClr val="002060"/>
              </a:solidFill>
              <a:latin typeface="宋体" panose="02010600030101010101" pitchFamily="2" charset="-122"/>
            </a:endParaRPr>
          </a:p>
          <a:p>
            <a:pPr>
              <a:lnSpc>
                <a:spcPts val="3500"/>
              </a:lnSpc>
              <a:spcBef>
                <a:spcPct val="0"/>
              </a:spcBef>
            </a:pPr>
            <a:endParaRPr lang="en-US" altLang="x-none" sz="2400" b="1" dirty="0">
              <a:solidFill>
                <a:srgbClr val="002060"/>
              </a:solidFill>
              <a:latin typeface="宋体" panose="02010600030101010101" pitchFamily="2" charset="-122"/>
            </a:endParaRPr>
          </a:p>
          <a:p>
            <a:pPr>
              <a:lnSpc>
                <a:spcPts val="35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rgbClr val="002060"/>
                </a:solidFill>
                <a:latin typeface="宋体" panose="02010600030101010101" pitchFamily="2" charset="-122"/>
              </a:rPr>
              <a:t>三、专业技能</a:t>
            </a:r>
            <a:endParaRPr lang="en-US" altLang="x-none" sz="2400" b="1" dirty="0">
              <a:solidFill>
                <a:srgbClr val="002060"/>
              </a:solidFill>
              <a:latin typeface="宋体" panose="02010600030101010101" pitchFamily="2" charset="-122"/>
            </a:endParaRPr>
          </a:p>
          <a:p>
            <a:pPr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D0D0D"/>
                </a:solidFill>
                <a:latin typeface="宋体" panose="02010600030101010101" pitchFamily="2" charset="-122"/>
              </a:rPr>
              <a:t>排版清晰明了</a:t>
            </a:r>
            <a:endParaRPr lang="en-US" altLang="x-none" sz="2400" b="1" dirty="0">
              <a:solidFill>
                <a:srgbClr val="0D0D0D"/>
              </a:solidFill>
              <a:latin typeface="宋体" panose="02010600030101010101" pitchFamily="2" charset="-122"/>
            </a:endParaRPr>
          </a:p>
          <a:p>
            <a:pPr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D0D0D"/>
                </a:solidFill>
                <a:latin typeface="宋体" panose="02010600030101010101" pitchFamily="2" charset="-122"/>
              </a:rPr>
              <a:t>技术水平层次分明：</a:t>
            </a:r>
            <a:r>
              <a:rPr lang="zh-CN" altLang="en-US" sz="2400" b="1" dirty="0">
                <a:solidFill>
                  <a:srgbClr val="002060"/>
                </a:solidFill>
                <a:latin typeface="宋体" panose="02010600030101010101" pitchFamily="2" charset="-122"/>
              </a:rPr>
              <a:t>精通、熟练掌握、熟悉、一般、了解</a:t>
            </a:r>
            <a:endParaRPr lang="en-US" altLang="x-none" sz="2400" b="1" dirty="0">
              <a:solidFill>
                <a:srgbClr val="002060"/>
              </a:solidFill>
              <a:latin typeface="宋体" panose="02010600030101010101" pitchFamily="2" charset="-122"/>
            </a:endParaRPr>
          </a:p>
          <a:p>
            <a:pPr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D0D0D"/>
                </a:solidFill>
                <a:latin typeface="宋体" panose="02010600030101010101" pitchFamily="2" charset="-122"/>
              </a:rPr>
              <a:t>技术氛围浓厚：</a:t>
            </a:r>
            <a:r>
              <a:rPr lang="zh-CN" altLang="en-US" sz="2400" b="1" dirty="0">
                <a:solidFill>
                  <a:srgbClr val="002060"/>
                </a:solidFill>
                <a:latin typeface="宋体" panose="02010600030101010101" pitchFamily="2" charset="-122"/>
              </a:rPr>
              <a:t>技术点的写法，多用正确英文写法</a:t>
            </a:r>
            <a:endParaRPr lang="en-US" altLang="x-none" sz="2400" b="1" dirty="0">
              <a:solidFill>
                <a:srgbClr val="00206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组合 697"/>
          <p:cNvGrpSpPr/>
          <p:nvPr/>
        </p:nvGrpSpPr>
        <p:grpSpPr>
          <a:xfrm>
            <a:off x="13800856" y="1315336"/>
            <a:ext cx="1965110" cy="2206850"/>
            <a:chOff x="1074420" y="1325880"/>
            <a:chExt cx="2428875" cy="3634740"/>
          </a:xfrm>
        </p:grpSpPr>
        <p:sp>
          <p:nvSpPr>
            <p:cNvPr id="699" name="流程图: 决策 698"/>
            <p:cNvSpPr/>
            <p:nvPr/>
          </p:nvSpPr>
          <p:spPr>
            <a:xfrm>
              <a:off x="1074420" y="1325880"/>
              <a:ext cx="2011680" cy="3634740"/>
            </a:xfrm>
            <a:prstGeom prst="flowChartDecision">
              <a:avLst/>
            </a:pr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0" name="任意多边形 699"/>
            <p:cNvSpPr/>
            <p:nvPr/>
          </p:nvSpPr>
          <p:spPr>
            <a:xfrm>
              <a:off x="1531620" y="1577340"/>
              <a:ext cx="1971675" cy="2423160"/>
            </a:xfrm>
            <a:custGeom>
              <a:avLst/>
              <a:gdLst>
                <a:gd name="connsiteX0" fmla="*/ 0 w 1828800"/>
                <a:gd name="connsiteY0" fmla="*/ 2423160 h 2423160"/>
                <a:gd name="connsiteX1" fmla="*/ 1508760 w 1828800"/>
                <a:gd name="connsiteY1" fmla="*/ 0 h 2423160"/>
                <a:gd name="connsiteX2" fmla="*/ 1828800 w 1828800"/>
                <a:gd name="connsiteY2" fmla="*/ 594360 h 2423160"/>
                <a:gd name="connsiteX3" fmla="*/ 22860 w 1828800"/>
                <a:gd name="connsiteY3" fmla="*/ 685800 h 2423160"/>
                <a:gd name="connsiteX4" fmla="*/ 1143000 w 1828800"/>
                <a:gd name="connsiteY4" fmla="*/ 2377440 h 2423160"/>
                <a:gd name="connsiteX5" fmla="*/ 0 w 1828800"/>
                <a:gd name="connsiteY5" fmla="*/ 2423160 h 2423160"/>
                <a:gd name="connsiteX0-1" fmla="*/ 0 w 1971675"/>
                <a:gd name="connsiteY0-2" fmla="*/ 2423160 h 2423160"/>
                <a:gd name="connsiteX1-3" fmla="*/ 1508760 w 1971675"/>
                <a:gd name="connsiteY1-4" fmla="*/ 0 h 2423160"/>
                <a:gd name="connsiteX2-5" fmla="*/ 1971675 w 1971675"/>
                <a:gd name="connsiteY2-6" fmla="*/ 722947 h 2423160"/>
                <a:gd name="connsiteX3-7" fmla="*/ 22860 w 1971675"/>
                <a:gd name="connsiteY3-8" fmla="*/ 685800 h 2423160"/>
                <a:gd name="connsiteX4-9" fmla="*/ 1143000 w 1971675"/>
                <a:gd name="connsiteY4-10" fmla="*/ 2377440 h 2423160"/>
                <a:gd name="connsiteX5-11" fmla="*/ 0 w 1971675"/>
                <a:gd name="connsiteY5-12" fmla="*/ 2423160 h 242316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71675" h="2423160">
                  <a:moveTo>
                    <a:pt x="0" y="2423160"/>
                  </a:moveTo>
                  <a:lnTo>
                    <a:pt x="1508760" y="0"/>
                  </a:lnTo>
                  <a:lnTo>
                    <a:pt x="1971675" y="722947"/>
                  </a:lnTo>
                  <a:lnTo>
                    <a:pt x="22860" y="685800"/>
                  </a:lnTo>
                  <a:lnTo>
                    <a:pt x="1143000" y="2377440"/>
                  </a:lnTo>
                  <a:lnTo>
                    <a:pt x="0" y="2423160"/>
                  </a:lnTo>
                  <a:close/>
                </a:path>
              </a:pathLst>
            </a:cu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1" name="直接连接符 700"/>
            <p:cNvCxnSpPr>
              <a:stCxn id="699" idx="3"/>
              <a:endCxn id="699" idx="1"/>
            </p:cNvCxnSpPr>
            <p:nvPr/>
          </p:nvCxnSpPr>
          <p:spPr>
            <a:xfrm flipH="1">
              <a:off x="1074420" y="3143250"/>
              <a:ext cx="2011680" cy="0"/>
            </a:xfrm>
            <a:prstGeom prst="line">
              <a:avLst/>
            </a:prstGeom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Line 38"/>
          <p:cNvSpPr>
            <a:spLocks noChangeShapeType="1"/>
          </p:cNvSpPr>
          <p:nvPr/>
        </p:nvSpPr>
        <p:spPr bwMode="auto">
          <a:xfrm>
            <a:off x="425450" y="6178550"/>
            <a:ext cx="82169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63"/>
          <p:cNvSpPr>
            <a:spLocks noChangeShapeType="1"/>
          </p:cNvSpPr>
          <p:nvPr/>
        </p:nvSpPr>
        <p:spPr bwMode="auto">
          <a:xfrm flipV="1">
            <a:off x="425450" y="1814286"/>
            <a:ext cx="2158093" cy="4364264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9203" y="65405"/>
            <a:ext cx="3142615" cy="781050"/>
          </a:xfrm>
          <a:prstGeom prst="rect">
            <a:avLst/>
          </a:prstGeom>
        </p:spPr>
      </p:pic>
      <p:grpSp>
        <p:nvGrpSpPr>
          <p:cNvPr id="10" name="Group 3"/>
          <p:cNvGrpSpPr/>
          <p:nvPr/>
        </p:nvGrpSpPr>
        <p:grpSpPr bwMode="auto">
          <a:xfrm>
            <a:off x="153432" y="136234"/>
            <a:ext cx="3370264" cy="592138"/>
            <a:chOff x="-21932" y="-66901"/>
            <a:chExt cx="3370217" cy="493479"/>
          </a:xfrm>
        </p:grpSpPr>
        <p:grpSp>
          <p:nvGrpSpPr>
            <p:cNvPr id="11" name="Group 4"/>
            <p:cNvGrpSpPr/>
            <p:nvPr/>
          </p:nvGrpSpPr>
          <p:grpSpPr bwMode="auto">
            <a:xfrm>
              <a:off x="-21932" y="-66901"/>
              <a:ext cx="3370217" cy="493479"/>
              <a:chOff x="-21932" y="-66901"/>
              <a:chExt cx="3370217" cy="493479"/>
            </a:xfrm>
          </p:grpSpPr>
          <p:sp>
            <p:nvSpPr>
              <p:cNvPr id="13" name="矩形 31"/>
              <p:cNvSpPr>
                <a:spLocks noChangeArrowheads="1"/>
              </p:cNvSpPr>
              <p:nvPr/>
            </p:nvSpPr>
            <p:spPr bwMode="auto">
              <a:xfrm>
                <a:off x="-21932" y="-66901"/>
                <a:ext cx="3052812" cy="493479"/>
              </a:xfrm>
              <a:prstGeom prst="rect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4" name="直角三角形 45"/>
              <p:cNvSpPr>
                <a:spLocks noChangeArrowheads="1"/>
              </p:cNvSpPr>
              <p:nvPr/>
            </p:nvSpPr>
            <p:spPr bwMode="auto">
              <a:xfrm>
                <a:off x="3030880" y="-64991"/>
                <a:ext cx="317405" cy="489657"/>
              </a:xfrm>
              <a:prstGeom prst="rtTriangle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sp>
          <p:nvSpPr>
            <p:cNvPr id="12" name="文本框 2"/>
            <p:cNvSpPr>
              <a:spLocks noChangeArrowheads="1"/>
            </p:cNvSpPr>
            <p:nvPr/>
          </p:nvSpPr>
          <p:spPr bwMode="auto">
            <a:xfrm>
              <a:off x="-21932" y="16210"/>
              <a:ext cx="2210737" cy="384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专业技能例子</a:t>
              </a:r>
              <a:endParaRPr lang="zh-CN" altLang="en-US" sz="1800" dirty="0"/>
            </a:p>
          </p:txBody>
        </p:sp>
      </p:grp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28" y="1282700"/>
            <a:ext cx="7888288" cy="4895850"/>
          </a:xfrm>
          <a:prstGeom prst="rect">
            <a:avLst/>
          </a:prstGeom>
          <a:noFill/>
          <a:ln w="9525">
            <a:solidFill>
              <a:srgbClr val="843C0B"/>
            </a:solidFill>
            <a:miter lim="800000"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组合 697"/>
          <p:cNvGrpSpPr/>
          <p:nvPr/>
        </p:nvGrpSpPr>
        <p:grpSpPr>
          <a:xfrm>
            <a:off x="13800856" y="1315336"/>
            <a:ext cx="1965110" cy="2206850"/>
            <a:chOff x="1074420" y="1325880"/>
            <a:chExt cx="2428875" cy="3634740"/>
          </a:xfrm>
        </p:grpSpPr>
        <p:sp>
          <p:nvSpPr>
            <p:cNvPr id="699" name="流程图: 决策 698"/>
            <p:cNvSpPr/>
            <p:nvPr/>
          </p:nvSpPr>
          <p:spPr>
            <a:xfrm>
              <a:off x="1074420" y="1325880"/>
              <a:ext cx="2011680" cy="3634740"/>
            </a:xfrm>
            <a:prstGeom prst="flowChartDecision">
              <a:avLst/>
            </a:pr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0" name="任意多边形 699"/>
            <p:cNvSpPr/>
            <p:nvPr/>
          </p:nvSpPr>
          <p:spPr>
            <a:xfrm>
              <a:off x="1531620" y="1577340"/>
              <a:ext cx="1971675" cy="2423160"/>
            </a:xfrm>
            <a:custGeom>
              <a:avLst/>
              <a:gdLst>
                <a:gd name="connsiteX0" fmla="*/ 0 w 1828800"/>
                <a:gd name="connsiteY0" fmla="*/ 2423160 h 2423160"/>
                <a:gd name="connsiteX1" fmla="*/ 1508760 w 1828800"/>
                <a:gd name="connsiteY1" fmla="*/ 0 h 2423160"/>
                <a:gd name="connsiteX2" fmla="*/ 1828800 w 1828800"/>
                <a:gd name="connsiteY2" fmla="*/ 594360 h 2423160"/>
                <a:gd name="connsiteX3" fmla="*/ 22860 w 1828800"/>
                <a:gd name="connsiteY3" fmla="*/ 685800 h 2423160"/>
                <a:gd name="connsiteX4" fmla="*/ 1143000 w 1828800"/>
                <a:gd name="connsiteY4" fmla="*/ 2377440 h 2423160"/>
                <a:gd name="connsiteX5" fmla="*/ 0 w 1828800"/>
                <a:gd name="connsiteY5" fmla="*/ 2423160 h 2423160"/>
                <a:gd name="connsiteX0-1" fmla="*/ 0 w 1971675"/>
                <a:gd name="connsiteY0-2" fmla="*/ 2423160 h 2423160"/>
                <a:gd name="connsiteX1-3" fmla="*/ 1508760 w 1971675"/>
                <a:gd name="connsiteY1-4" fmla="*/ 0 h 2423160"/>
                <a:gd name="connsiteX2-5" fmla="*/ 1971675 w 1971675"/>
                <a:gd name="connsiteY2-6" fmla="*/ 722947 h 2423160"/>
                <a:gd name="connsiteX3-7" fmla="*/ 22860 w 1971675"/>
                <a:gd name="connsiteY3-8" fmla="*/ 685800 h 2423160"/>
                <a:gd name="connsiteX4-9" fmla="*/ 1143000 w 1971675"/>
                <a:gd name="connsiteY4-10" fmla="*/ 2377440 h 2423160"/>
                <a:gd name="connsiteX5-11" fmla="*/ 0 w 1971675"/>
                <a:gd name="connsiteY5-12" fmla="*/ 2423160 h 242316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71675" h="2423160">
                  <a:moveTo>
                    <a:pt x="0" y="2423160"/>
                  </a:moveTo>
                  <a:lnTo>
                    <a:pt x="1508760" y="0"/>
                  </a:lnTo>
                  <a:lnTo>
                    <a:pt x="1971675" y="722947"/>
                  </a:lnTo>
                  <a:lnTo>
                    <a:pt x="22860" y="685800"/>
                  </a:lnTo>
                  <a:lnTo>
                    <a:pt x="1143000" y="2377440"/>
                  </a:lnTo>
                  <a:lnTo>
                    <a:pt x="0" y="2423160"/>
                  </a:lnTo>
                  <a:close/>
                </a:path>
              </a:pathLst>
            </a:cu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1" name="直接连接符 700"/>
            <p:cNvCxnSpPr>
              <a:stCxn id="699" idx="3"/>
              <a:endCxn id="699" idx="1"/>
            </p:cNvCxnSpPr>
            <p:nvPr/>
          </p:nvCxnSpPr>
          <p:spPr>
            <a:xfrm flipH="1">
              <a:off x="1074420" y="3143250"/>
              <a:ext cx="2011680" cy="0"/>
            </a:xfrm>
            <a:prstGeom prst="line">
              <a:avLst/>
            </a:prstGeom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Line 38"/>
          <p:cNvSpPr>
            <a:spLocks noChangeShapeType="1"/>
          </p:cNvSpPr>
          <p:nvPr/>
        </p:nvSpPr>
        <p:spPr bwMode="auto">
          <a:xfrm>
            <a:off x="425450" y="6178550"/>
            <a:ext cx="82169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63"/>
          <p:cNvSpPr>
            <a:spLocks noChangeShapeType="1"/>
          </p:cNvSpPr>
          <p:nvPr/>
        </p:nvSpPr>
        <p:spPr bwMode="auto">
          <a:xfrm flipV="1">
            <a:off x="425450" y="1814286"/>
            <a:ext cx="2158093" cy="4364264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9203" y="65405"/>
            <a:ext cx="3142615" cy="781050"/>
          </a:xfrm>
          <a:prstGeom prst="rect">
            <a:avLst/>
          </a:prstGeom>
        </p:spPr>
      </p:pic>
      <p:grpSp>
        <p:nvGrpSpPr>
          <p:cNvPr id="10" name="Group 3"/>
          <p:cNvGrpSpPr/>
          <p:nvPr/>
        </p:nvGrpSpPr>
        <p:grpSpPr bwMode="auto">
          <a:xfrm>
            <a:off x="153432" y="136234"/>
            <a:ext cx="3370264" cy="592138"/>
            <a:chOff x="-21932" y="-66901"/>
            <a:chExt cx="3370217" cy="493479"/>
          </a:xfrm>
        </p:grpSpPr>
        <p:grpSp>
          <p:nvGrpSpPr>
            <p:cNvPr id="11" name="Group 4"/>
            <p:cNvGrpSpPr/>
            <p:nvPr/>
          </p:nvGrpSpPr>
          <p:grpSpPr bwMode="auto">
            <a:xfrm>
              <a:off x="-21932" y="-66901"/>
              <a:ext cx="3370217" cy="493479"/>
              <a:chOff x="-21932" y="-66901"/>
              <a:chExt cx="3370217" cy="493479"/>
            </a:xfrm>
          </p:grpSpPr>
          <p:sp>
            <p:nvSpPr>
              <p:cNvPr id="13" name="矩形 31"/>
              <p:cNvSpPr>
                <a:spLocks noChangeArrowheads="1"/>
              </p:cNvSpPr>
              <p:nvPr/>
            </p:nvSpPr>
            <p:spPr bwMode="auto">
              <a:xfrm>
                <a:off x="-21932" y="-66901"/>
                <a:ext cx="3052812" cy="493479"/>
              </a:xfrm>
              <a:prstGeom prst="rect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4" name="直角三角形 45"/>
              <p:cNvSpPr>
                <a:spLocks noChangeArrowheads="1"/>
              </p:cNvSpPr>
              <p:nvPr/>
            </p:nvSpPr>
            <p:spPr bwMode="auto">
              <a:xfrm>
                <a:off x="3030880" y="-64991"/>
                <a:ext cx="317405" cy="489657"/>
              </a:xfrm>
              <a:prstGeom prst="rtTriangle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sp>
          <p:nvSpPr>
            <p:cNvPr id="12" name="文本框 2"/>
            <p:cNvSpPr>
              <a:spLocks noChangeArrowheads="1"/>
            </p:cNvSpPr>
            <p:nvPr/>
          </p:nvSpPr>
          <p:spPr bwMode="auto">
            <a:xfrm>
              <a:off x="-21932" y="16210"/>
              <a:ext cx="2210737" cy="384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项目经验</a:t>
              </a:r>
              <a:endParaRPr lang="zh-CN" altLang="en-US" sz="1800" dirty="0"/>
            </a:p>
          </p:txBody>
        </p:sp>
      </p:grpSp>
      <p:sp>
        <p:nvSpPr>
          <p:cNvPr id="15" name="TextBox 5"/>
          <p:cNvSpPr txBox="1">
            <a:spLocks noChangeArrowheads="1"/>
          </p:cNvSpPr>
          <p:nvPr/>
        </p:nvSpPr>
        <p:spPr bwMode="auto">
          <a:xfrm>
            <a:off x="606425" y="595517"/>
            <a:ext cx="6738938" cy="3683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x-none" sz="2000" b="1" dirty="0">
              <a:solidFill>
                <a:srgbClr val="00206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宋体" panose="02010600030101010101" pitchFamily="2" charset="-122"/>
              </a:rPr>
              <a:t>五、项目经验</a:t>
            </a:r>
            <a:endParaRPr lang="en-US" altLang="x-none" sz="2000" b="1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bg1"/>
                </a:solidFill>
                <a:latin typeface="宋体" panose="02010600030101010101" pitchFamily="2" charset="-122"/>
              </a:rPr>
              <a:t>排版</a:t>
            </a:r>
            <a:endParaRPr lang="en-US" altLang="x-none" sz="2000" b="1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bg1"/>
                </a:solidFill>
                <a:latin typeface="宋体" panose="02010600030101010101" pitchFamily="2" charset="-122"/>
              </a:rPr>
              <a:t>必写：项目时间、开发工具、项目描述、项目职责、所用技术等</a:t>
            </a:r>
            <a:endParaRPr lang="en-US" altLang="x-none" sz="2000" b="1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bg1"/>
                </a:solidFill>
                <a:latin typeface="宋体" panose="02010600030101010101" pitchFamily="2" charset="-122"/>
              </a:rPr>
              <a:t>选写：项目上线链接、项目心得等</a:t>
            </a:r>
            <a:endParaRPr lang="en-US" altLang="x-none" sz="2000" b="1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x-none" sz="2000" b="1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x-none" sz="2000" b="1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432" y="3522186"/>
            <a:ext cx="4787900" cy="3240088"/>
          </a:xfrm>
          <a:prstGeom prst="rect">
            <a:avLst/>
          </a:prstGeom>
          <a:noFill/>
          <a:ln w="9525">
            <a:solidFill>
              <a:srgbClr val="843C0B"/>
            </a:solidFill>
            <a:miter lim="800000"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054" y="3522186"/>
            <a:ext cx="4524375" cy="3240088"/>
          </a:xfrm>
          <a:prstGeom prst="rect">
            <a:avLst/>
          </a:prstGeom>
          <a:noFill/>
          <a:ln w="9525">
            <a:solidFill>
              <a:srgbClr val="843C0B"/>
            </a:solidFill>
            <a:miter lim="800000"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组合 697"/>
          <p:cNvGrpSpPr/>
          <p:nvPr/>
        </p:nvGrpSpPr>
        <p:grpSpPr>
          <a:xfrm>
            <a:off x="13800856" y="1315336"/>
            <a:ext cx="1965110" cy="2206850"/>
            <a:chOff x="1074420" y="1325880"/>
            <a:chExt cx="2428875" cy="3634740"/>
          </a:xfrm>
        </p:grpSpPr>
        <p:sp>
          <p:nvSpPr>
            <p:cNvPr id="699" name="流程图: 决策 698"/>
            <p:cNvSpPr/>
            <p:nvPr/>
          </p:nvSpPr>
          <p:spPr>
            <a:xfrm>
              <a:off x="1074420" y="1325880"/>
              <a:ext cx="2011680" cy="3634740"/>
            </a:xfrm>
            <a:prstGeom prst="flowChartDecision">
              <a:avLst/>
            </a:pr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0" name="任意多边形 699"/>
            <p:cNvSpPr/>
            <p:nvPr/>
          </p:nvSpPr>
          <p:spPr>
            <a:xfrm>
              <a:off x="1531620" y="1577340"/>
              <a:ext cx="1971675" cy="2423160"/>
            </a:xfrm>
            <a:custGeom>
              <a:avLst/>
              <a:gdLst>
                <a:gd name="connsiteX0" fmla="*/ 0 w 1828800"/>
                <a:gd name="connsiteY0" fmla="*/ 2423160 h 2423160"/>
                <a:gd name="connsiteX1" fmla="*/ 1508760 w 1828800"/>
                <a:gd name="connsiteY1" fmla="*/ 0 h 2423160"/>
                <a:gd name="connsiteX2" fmla="*/ 1828800 w 1828800"/>
                <a:gd name="connsiteY2" fmla="*/ 594360 h 2423160"/>
                <a:gd name="connsiteX3" fmla="*/ 22860 w 1828800"/>
                <a:gd name="connsiteY3" fmla="*/ 685800 h 2423160"/>
                <a:gd name="connsiteX4" fmla="*/ 1143000 w 1828800"/>
                <a:gd name="connsiteY4" fmla="*/ 2377440 h 2423160"/>
                <a:gd name="connsiteX5" fmla="*/ 0 w 1828800"/>
                <a:gd name="connsiteY5" fmla="*/ 2423160 h 2423160"/>
                <a:gd name="connsiteX0-1" fmla="*/ 0 w 1971675"/>
                <a:gd name="connsiteY0-2" fmla="*/ 2423160 h 2423160"/>
                <a:gd name="connsiteX1-3" fmla="*/ 1508760 w 1971675"/>
                <a:gd name="connsiteY1-4" fmla="*/ 0 h 2423160"/>
                <a:gd name="connsiteX2-5" fmla="*/ 1971675 w 1971675"/>
                <a:gd name="connsiteY2-6" fmla="*/ 722947 h 2423160"/>
                <a:gd name="connsiteX3-7" fmla="*/ 22860 w 1971675"/>
                <a:gd name="connsiteY3-8" fmla="*/ 685800 h 2423160"/>
                <a:gd name="connsiteX4-9" fmla="*/ 1143000 w 1971675"/>
                <a:gd name="connsiteY4-10" fmla="*/ 2377440 h 2423160"/>
                <a:gd name="connsiteX5-11" fmla="*/ 0 w 1971675"/>
                <a:gd name="connsiteY5-12" fmla="*/ 2423160 h 242316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971675" h="2423160">
                  <a:moveTo>
                    <a:pt x="0" y="2423160"/>
                  </a:moveTo>
                  <a:lnTo>
                    <a:pt x="1508760" y="0"/>
                  </a:lnTo>
                  <a:lnTo>
                    <a:pt x="1971675" y="722947"/>
                  </a:lnTo>
                  <a:lnTo>
                    <a:pt x="22860" y="685800"/>
                  </a:lnTo>
                  <a:lnTo>
                    <a:pt x="1143000" y="2377440"/>
                  </a:lnTo>
                  <a:lnTo>
                    <a:pt x="0" y="2423160"/>
                  </a:lnTo>
                  <a:close/>
                </a:path>
              </a:pathLst>
            </a:custGeom>
            <a:noFill/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1" name="直接连接符 700"/>
            <p:cNvCxnSpPr>
              <a:stCxn id="699" idx="3"/>
              <a:endCxn id="699" idx="1"/>
            </p:cNvCxnSpPr>
            <p:nvPr/>
          </p:nvCxnSpPr>
          <p:spPr>
            <a:xfrm flipH="1">
              <a:off x="1074420" y="3143250"/>
              <a:ext cx="2011680" cy="0"/>
            </a:xfrm>
            <a:prstGeom prst="line">
              <a:avLst/>
            </a:prstGeom>
            <a:ln>
              <a:solidFill>
                <a:schemeClr val="accent1">
                  <a:alpha val="31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Line 38"/>
          <p:cNvSpPr>
            <a:spLocks noChangeShapeType="1"/>
          </p:cNvSpPr>
          <p:nvPr/>
        </p:nvSpPr>
        <p:spPr bwMode="auto">
          <a:xfrm>
            <a:off x="425450" y="6178550"/>
            <a:ext cx="82169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63"/>
          <p:cNvSpPr>
            <a:spLocks noChangeShapeType="1"/>
          </p:cNvSpPr>
          <p:nvPr/>
        </p:nvSpPr>
        <p:spPr bwMode="auto">
          <a:xfrm flipV="1">
            <a:off x="425450" y="1814286"/>
            <a:ext cx="2158093" cy="4364264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9203" y="65405"/>
            <a:ext cx="3142615" cy="781050"/>
          </a:xfrm>
          <a:prstGeom prst="rect">
            <a:avLst/>
          </a:prstGeom>
        </p:spPr>
      </p:pic>
      <p:grpSp>
        <p:nvGrpSpPr>
          <p:cNvPr id="10" name="Group 3"/>
          <p:cNvGrpSpPr/>
          <p:nvPr/>
        </p:nvGrpSpPr>
        <p:grpSpPr bwMode="auto">
          <a:xfrm>
            <a:off x="153432" y="136234"/>
            <a:ext cx="3370264" cy="592138"/>
            <a:chOff x="-21932" y="-66901"/>
            <a:chExt cx="3370217" cy="493479"/>
          </a:xfrm>
        </p:grpSpPr>
        <p:grpSp>
          <p:nvGrpSpPr>
            <p:cNvPr id="11" name="Group 4"/>
            <p:cNvGrpSpPr/>
            <p:nvPr/>
          </p:nvGrpSpPr>
          <p:grpSpPr bwMode="auto">
            <a:xfrm>
              <a:off x="-21932" y="-66901"/>
              <a:ext cx="3370217" cy="493479"/>
              <a:chOff x="-21932" y="-66901"/>
              <a:chExt cx="3370217" cy="493479"/>
            </a:xfrm>
          </p:grpSpPr>
          <p:sp>
            <p:nvSpPr>
              <p:cNvPr id="13" name="矩形 31"/>
              <p:cNvSpPr>
                <a:spLocks noChangeArrowheads="1"/>
              </p:cNvSpPr>
              <p:nvPr/>
            </p:nvSpPr>
            <p:spPr bwMode="auto">
              <a:xfrm>
                <a:off x="-21932" y="-66901"/>
                <a:ext cx="3052812" cy="493479"/>
              </a:xfrm>
              <a:prstGeom prst="rect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4" name="直角三角形 45"/>
              <p:cNvSpPr>
                <a:spLocks noChangeArrowheads="1"/>
              </p:cNvSpPr>
              <p:nvPr/>
            </p:nvSpPr>
            <p:spPr bwMode="auto">
              <a:xfrm>
                <a:off x="3030880" y="-64991"/>
                <a:ext cx="317405" cy="489657"/>
              </a:xfrm>
              <a:prstGeom prst="rtTriangle">
                <a:avLst/>
              </a:prstGeom>
              <a:solidFill>
                <a:srgbClr val="1314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sp>
          <p:nvSpPr>
            <p:cNvPr id="12" name="文本框 2"/>
            <p:cNvSpPr>
              <a:spLocks noChangeArrowheads="1"/>
            </p:cNvSpPr>
            <p:nvPr/>
          </p:nvSpPr>
          <p:spPr bwMode="auto">
            <a:xfrm>
              <a:off x="-21932" y="16210"/>
              <a:ext cx="2210737" cy="384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简历命名</a:t>
              </a:r>
              <a:endParaRPr lang="zh-CN" altLang="en-US" sz="1800" dirty="0"/>
            </a:p>
          </p:txBody>
        </p:sp>
      </p:grp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6" y="980728"/>
            <a:ext cx="5487987" cy="1743075"/>
          </a:xfrm>
          <a:prstGeom prst="rect">
            <a:avLst/>
          </a:prstGeom>
          <a:noFill/>
          <a:ln w="3175">
            <a:solidFill>
              <a:srgbClr val="843C0B"/>
            </a:solidFill>
            <a:miter lim="800000"/>
            <a:headEnd/>
            <a:tailEnd/>
          </a:ln>
          <a:effectLst>
            <a:prstShdw prst="shdw13" dist="53882">
              <a:schemeClr val="bg1">
                <a:alpha val="65999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637" y="2939244"/>
            <a:ext cx="5592763" cy="1143000"/>
          </a:xfrm>
          <a:prstGeom prst="rect">
            <a:avLst/>
          </a:prstGeom>
          <a:noFill/>
          <a:ln w="9525">
            <a:solidFill>
              <a:srgbClr val="843C0B"/>
            </a:solidFill>
            <a:miter lim="800000"/>
            <a:headEnd/>
            <a:tailEnd/>
          </a:ln>
          <a:effectLst>
            <a:prstShdw prst="shdw13" dist="53882">
              <a:schemeClr val="bg1">
                <a:alpha val="65999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4"/>
          <p:cNvSpPr txBox="1">
            <a:spLocks noChangeArrowheads="1"/>
          </p:cNvSpPr>
          <p:nvPr/>
        </p:nvSpPr>
        <p:spPr bwMode="auto">
          <a:xfrm>
            <a:off x="476949" y="4420480"/>
            <a:ext cx="771525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x-none" sz="2000" b="1" dirty="0">
                <a:solidFill>
                  <a:srgbClr val="843C0B"/>
                </a:solidFill>
                <a:latin typeface="宋体" panose="02010600030101010101" pitchFamily="2" charset="-122"/>
              </a:rPr>
              <a:t>※ </a:t>
            </a:r>
            <a:r>
              <a:rPr lang="zh-CN" altLang="en-US" sz="2000" b="1">
                <a:solidFill>
                  <a:srgbClr val="843C0B"/>
                </a:solidFill>
                <a:latin typeface="宋体" panose="02010600030101010101" pitchFamily="2" charset="-122"/>
              </a:rPr>
              <a:t>递交简历时要双手递上，正面要朝向面试官，方便其阅读</a:t>
            </a:r>
            <a:endParaRPr lang="en-US" altLang="x-none" sz="2000" b="1" dirty="0">
              <a:solidFill>
                <a:srgbClr val="843C0B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x-none" sz="2000" b="1" dirty="0">
                <a:solidFill>
                  <a:srgbClr val="843C0B"/>
                </a:solidFill>
                <a:latin typeface="宋体" panose="02010600030101010101" pitchFamily="2" charset="-122"/>
              </a:rPr>
              <a:t>※ </a:t>
            </a:r>
            <a:r>
              <a:rPr lang="zh-CN" altLang="en-US" sz="2000" b="1" dirty="0">
                <a:solidFill>
                  <a:srgbClr val="843C0B"/>
                </a:solidFill>
                <a:latin typeface="宋体" panose="02010600030101010101" pitchFamily="2" charset="-122"/>
              </a:rPr>
              <a:t>在左上角装订，不要在其它地方装订</a:t>
            </a:r>
            <a:endParaRPr lang="en-US" altLang="x-none" sz="2000" b="1" dirty="0">
              <a:solidFill>
                <a:srgbClr val="843C0B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x-none" sz="2000" b="1" dirty="0">
                <a:solidFill>
                  <a:srgbClr val="843C0B"/>
                </a:solidFill>
                <a:latin typeface="宋体" panose="02010600030101010101" pitchFamily="2" charset="-122"/>
              </a:rPr>
              <a:t>※ </a:t>
            </a:r>
            <a:r>
              <a:rPr lang="zh-CN" altLang="en-US" sz="2000" b="1" dirty="0">
                <a:solidFill>
                  <a:srgbClr val="843C0B"/>
                </a:solidFill>
                <a:latin typeface="宋体" panose="02010600030101010101" pitchFamily="2" charset="-122"/>
              </a:rPr>
              <a:t>最好不要写“个人简历”，谁的简历就是谁的简历</a:t>
            </a:r>
            <a:endParaRPr lang="en-US" altLang="x-none" sz="2000" b="1" dirty="0">
              <a:solidFill>
                <a:srgbClr val="843C0B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x-none" sz="2000" b="1" dirty="0">
                <a:solidFill>
                  <a:srgbClr val="843C0B"/>
                </a:solidFill>
                <a:latin typeface="宋体" panose="02010600030101010101" pitchFamily="2" charset="-122"/>
              </a:rPr>
              <a:t>※ </a:t>
            </a:r>
            <a:r>
              <a:rPr lang="zh-CN" altLang="en-US" sz="2000" b="1" dirty="0">
                <a:solidFill>
                  <a:srgbClr val="843C0B"/>
                </a:solidFill>
                <a:latin typeface="宋体" panose="02010600030101010101" pitchFamily="2" charset="-122"/>
              </a:rPr>
              <a:t>简历要保持整洁，不要折，不要手写改动，最好放在文件袋里</a:t>
            </a:r>
            <a:endParaRPr lang="en-US" altLang="x-none" sz="2000" b="1" dirty="0">
              <a:solidFill>
                <a:srgbClr val="843C0B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x-none" sz="2000" b="1" dirty="0">
                <a:solidFill>
                  <a:srgbClr val="843C0B"/>
                </a:solidFill>
                <a:latin typeface="宋体" panose="02010600030101010101" pitchFamily="2" charset="-122"/>
              </a:rPr>
              <a:t>※ </a:t>
            </a:r>
            <a:r>
              <a:rPr lang="zh-CN" altLang="en-US" sz="2000" b="1" dirty="0">
                <a:solidFill>
                  <a:srgbClr val="843C0B"/>
                </a:solidFill>
                <a:latin typeface="宋体" panose="02010600030101010101" pitchFamily="2" charset="-122"/>
              </a:rPr>
              <a:t>简历附件</a:t>
            </a:r>
            <a:r>
              <a:rPr lang="en-US" altLang="x-none" sz="2000" b="1" dirty="0">
                <a:solidFill>
                  <a:srgbClr val="843C0B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solidFill>
                  <a:srgbClr val="843C0B"/>
                </a:solidFill>
                <a:latin typeface="宋体" panose="02010600030101010101" pitchFamily="2" charset="-122"/>
              </a:rPr>
              <a:t>电子版</a:t>
            </a:r>
            <a:r>
              <a:rPr lang="en-US" altLang="x-none" sz="2000" b="1" dirty="0">
                <a:solidFill>
                  <a:srgbClr val="843C0B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solidFill>
                  <a:srgbClr val="843C0B"/>
                </a:solidFill>
                <a:latin typeface="宋体" panose="02010600030101010101" pitchFamily="2" charset="-122"/>
              </a:rPr>
              <a:t>的名称保存成“</a:t>
            </a:r>
            <a:r>
              <a:rPr lang="en-US" altLang="x-none" sz="2000" b="1" dirty="0">
                <a:solidFill>
                  <a:srgbClr val="843C0B"/>
                </a:solidFill>
                <a:latin typeface="宋体" panose="02010600030101010101" pitchFamily="2" charset="-122"/>
              </a:rPr>
              <a:t>XXX</a:t>
            </a:r>
            <a:r>
              <a:rPr lang="zh-CN" altLang="en-US" sz="2000" b="1" dirty="0">
                <a:solidFill>
                  <a:srgbClr val="843C0B"/>
                </a:solidFill>
                <a:latin typeface="宋体" panose="02010600030101010101" pitchFamily="2" charset="-122"/>
              </a:rPr>
              <a:t>应聘</a:t>
            </a:r>
            <a:r>
              <a:rPr lang="en-US" altLang="x-none" sz="2000" b="1" dirty="0">
                <a:solidFill>
                  <a:srgbClr val="843C0B"/>
                </a:solidFill>
                <a:latin typeface="宋体" panose="02010600030101010101" pitchFamily="2" charset="-122"/>
              </a:rPr>
              <a:t>ZZ</a:t>
            </a:r>
            <a:r>
              <a:rPr lang="zh-CN" altLang="en-US" sz="2000" b="1" dirty="0">
                <a:solidFill>
                  <a:srgbClr val="843C0B"/>
                </a:solidFill>
                <a:latin typeface="宋体" panose="02010600030101010101" pitchFamily="2" charset="-122"/>
              </a:rPr>
              <a:t>岗位的简历”或“梁墨涵</a:t>
            </a:r>
            <a:r>
              <a:rPr lang="en-US" altLang="x-none" sz="2000" b="1" dirty="0">
                <a:solidFill>
                  <a:srgbClr val="843C0B"/>
                </a:solidFill>
                <a:latin typeface="宋体" panose="02010600030101010101" pitchFamily="2" charset="-122"/>
              </a:rPr>
              <a:t>-</a:t>
            </a:r>
            <a:r>
              <a:rPr lang="zh-CN" altLang="en-US" sz="2000" b="1" dirty="0">
                <a:solidFill>
                  <a:srgbClr val="843C0B"/>
                </a:solidFill>
                <a:latin typeface="宋体" panose="02010600030101010101" pitchFamily="2" charset="-122"/>
              </a:rPr>
              <a:t>开发工程师”</a:t>
            </a:r>
            <a:endParaRPr lang="zh-CN" altLang="en-US" sz="1800" dirty="0"/>
          </a:p>
        </p:txBody>
      </p:sp>
      <p:pic>
        <p:nvPicPr>
          <p:cNvPr id="18" name="Picture 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440" y="1072344"/>
            <a:ext cx="1655763" cy="186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0" name="线形标注 1(带强调线) 9"/>
          <p:cNvSpPr/>
          <p:nvPr/>
        </p:nvSpPr>
        <p:spPr bwMode="auto">
          <a:xfrm>
            <a:off x="7462361" y="3704355"/>
            <a:ext cx="1288415" cy="292063"/>
          </a:xfrm>
          <a:prstGeom prst="accentCallout1">
            <a:avLst>
              <a:gd name="adj1" fmla="val 18750"/>
              <a:gd name="adj2" fmla="val -8333"/>
              <a:gd name="adj3" fmla="val -111500"/>
              <a:gd name="adj4" fmla="val 314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文件名称</a:t>
            </a:r>
            <a:endParaRPr lang="zh-CN" altLang="en-US" sz="1800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上箭头 1"/>
          <p:cNvSpPr/>
          <p:nvPr/>
        </p:nvSpPr>
        <p:spPr>
          <a:xfrm>
            <a:off x="7864253" y="3096602"/>
            <a:ext cx="484632" cy="514864"/>
          </a:xfrm>
          <a:prstGeom prst="upArrow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Wingdings" panose="05000000000000000000" pitchFamily="2" charset="2"/>
              <a:buChar char="l"/>
            </a:pPr>
            <a:endParaRPr kumimoji="1" lang="zh-CN" altLang="en-US" sz="32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直角三角形 11"/>
          <p:cNvSpPr/>
          <p:nvPr/>
        </p:nvSpPr>
        <p:spPr>
          <a:xfrm flipV="1">
            <a:off x="0" y="-8"/>
            <a:ext cx="8040216" cy="980733"/>
          </a:xfrm>
          <a:prstGeom prst="rtTriangle">
            <a:avLst/>
          </a:prstGeom>
          <a:solidFill>
            <a:srgbClr val="4040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4094" y="108391"/>
            <a:ext cx="4333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简历小贴士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99073" y="1005286"/>
            <a:ext cx="60548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跨行</a:t>
            </a:r>
            <a:r>
              <a:rPr lang="en-US" altLang="zh-CN" sz="3200" b="1" dirty="0">
                <a:solidFill>
                  <a:schemeClr val="bg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200" b="1" dirty="0">
                <a:solidFill>
                  <a:schemeClr val="bg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跨专业</a:t>
            </a:r>
            <a:r>
              <a:rPr lang="en-US" altLang="zh-CN" sz="3200" b="1" dirty="0">
                <a:solidFill>
                  <a:schemeClr val="bg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sz="3200" b="1" dirty="0">
                <a:solidFill>
                  <a:schemeClr val="bg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我很担心</a:t>
            </a:r>
            <a:endParaRPr lang="zh-CN" altLang="en-US" sz="3200" b="1" dirty="0">
              <a:solidFill>
                <a:schemeClr val="bg2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1059543" y="1785257"/>
            <a:ext cx="8534400" cy="1117600"/>
          </a:xfrm>
          <a:prstGeom prst="roundRect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虽然没有工作技能的收获，但应当感谢这些经历带给自己素质和心态上的成长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1037773" y="3243944"/>
            <a:ext cx="8534400" cy="1117600"/>
          </a:xfrm>
          <a:prstGeom prst="roundRect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从零开始，珍惜未来机会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1030515" y="4804229"/>
            <a:ext cx="8534400" cy="1117600"/>
          </a:xfrm>
          <a:prstGeom prst="roundRect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摆平心态，不拿过去对比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7303" y="108585"/>
            <a:ext cx="3142615" cy="781050"/>
          </a:xfrm>
          <a:prstGeom prst="rect">
            <a:avLst/>
          </a:prstGeom>
        </p:spPr>
      </p:pic>
    </p:spTree>
  </p:cSld>
  <p:clrMapOvr>
    <a:masterClrMapping/>
  </p:clrMapOvr>
  <p:transition spd="slow">
    <p:newsflash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/>
        </p:nvSpPr>
        <p:spPr>
          <a:xfrm flipV="1">
            <a:off x="0" y="-8"/>
            <a:ext cx="8040216" cy="980733"/>
          </a:xfrm>
          <a:prstGeom prst="rtTriangle">
            <a:avLst/>
          </a:prstGeom>
          <a:solidFill>
            <a:srgbClr val="4040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en-US" sz="32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12"/>
          <p:cNvSpPr txBox="1"/>
          <p:nvPr/>
        </p:nvSpPr>
        <p:spPr>
          <a:xfrm>
            <a:off x="84094" y="108391"/>
            <a:ext cx="4333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简历小贴士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06285" y="1146629"/>
            <a:ext cx="53267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应届生</a:t>
            </a:r>
            <a:r>
              <a:rPr lang="en-US" altLang="zh-CN" sz="3200" b="1" dirty="0">
                <a:solidFill>
                  <a:schemeClr val="bg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sz="3200" b="1" dirty="0">
                <a:solidFill>
                  <a:schemeClr val="bg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我什么都不是</a:t>
            </a:r>
            <a:endParaRPr lang="zh-CN" altLang="en-US" sz="3200" b="1" dirty="0">
              <a:solidFill>
                <a:schemeClr val="bg2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349829" y="2119086"/>
            <a:ext cx="7213599" cy="1161142"/>
          </a:xfrm>
          <a:prstGeom prst="roundRect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我有积极主动的心态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1313544" y="3534229"/>
            <a:ext cx="7213599" cy="1161142"/>
          </a:xfrm>
          <a:prstGeom prst="roundRect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我是一张白纸，我什么都愿意学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1306287" y="4949373"/>
            <a:ext cx="7213599" cy="1161142"/>
          </a:xfrm>
          <a:prstGeom prst="roundRect">
            <a:avLst/>
          </a:prstGeom>
          <a:solidFill>
            <a:srgbClr val="0E5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我服从任何安排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3348" y="108585"/>
            <a:ext cx="3142615" cy="78105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/>
        </p:nvSpPr>
        <p:spPr>
          <a:xfrm flipV="1">
            <a:off x="0" y="-9"/>
            <a:ext cx="8040216" cy="1059551"/>
          </a:xfrm>
          <a:prstGeom prst="rtTriangle">
            <a:avLst/>
          </a:prstGeom>
          <a:solidFill>
            <a:srgbClr val="4040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03200"/>
            <a:ext cx="298994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简历小贴士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pic>
        <p:nvPicPr>
          <p:cNvPr id="6" name="图片 5" descr="未标题-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12390755" cy="6886575"/>
          </a:xfrm>
          <a:prstGeom prst="rect">
            <a:avLst/>
          </a:prstGeom>
        </p:spPr>
      </p:pic>
    </p:spTree>
  </p:cSld>
  <p:clrMapOvr>
    <a:masterClrMapping/>
  </p:clrMapOvr>
  <p:transition>
    <p:wheel spokes="4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52401" y="0"/>
            <a:ext cx="4484914" cy="6096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40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FFFF0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ea"/>
              </a:rPr>
              <a:t> </a:t>
            </a:r>
            <a:r>
              <a:rPr lang="zh-CN" altLang="en-US" sz="32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FFFF0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+mn-ea"/>
              </a:rPr>
              <a:t>邮件书写格式</a:t>
            </a:r>
            <a:endParaRPr lang="zh-CN" altLang="en-US" sz="4000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solidFill>
                <a:srgbClr val="CBD000"/>
              </a:solidFill>
              <a:latin typeface="+mn-ea"/>
            </a:endParaRPr>
          </a:p>
        </p:txBody>
      </p:sp>
      <p:pic>
        <p:nvPicPr>
          <p:cNvPr id="75777" name="Picture 1" descr="D:\QQ\707514766\Image\C2C\FD0ZY[7Q_4$Z_A]P62JI}[Q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86872" y="731158"/>
            <a:ext cx="10900227" cy="5910942"/>
          </a:xfrm>
          <a:prstGeom prst="rect">
            <a:avLst/>
          </a:prstGeom>
          <a:noFill/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888" y="0"/>
            <a:ext cx="3142615" cy="781050"/>
          </a:xfrm>
          <a:prstGeom prst="rect">
            <a:avLst/>
          </a:prstGeom>
        </p:spPr>
      </p:pic>
    </p:spTree>
  </p:cSld>
  <p:clrMapOvr>
    <a:masterClrMapping/>
  </p:clrMapOvr>
  <p:transition>
    <p:newsflash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/>
        </p:nvSpPr>
        <p:spPr>
          <a:xfrm flipV="1">
            <a:off x="0" y="-8"/>
            <a:ext cx="8040216" cy="980733"/>
          </a:xfrm>
          <a:prstGeom prst="rtTriangle">
            <a:avLst/>
          </a:prstGeom>
          <a:solidFill>
            <a:srgbClr val="4040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en-US" sz="32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12"/>
          <p:cNvSpPr txBox="1"/>
          <p:nvPr/>
        </p:nvSpPr>
        <p:spPr>
          <a:xfrm>
            <a:off x="84094" y="108391"/>
            <a:ext cx="4333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简历小贴士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3348" y="108585"/>
            <a:ext cx="3142615" cy="781050"/>
          </a:xfrm>
          <a:prstGeom prst="rect">
            <a:avLst/>
          </a:prstGeom>
        </p:spPr>
      </p:pic>
      <p:sp>
        <p:nvSpPr>
          <p:cNvPr id="9" name="TextBox 4"/>
          <p:cNvSpPr txBox="1">
            <a:spLocks noChangeArrowheads="1"/>
          </p:cNvSpPr>
          <p:nvPr/>
        </p:nvSpPr>
        <p:spPr bwMode="auto">
          <a:xfrm>
            <a:off x="730250" y="1438275"/>
            <a:ext cx="7880350" cy="4078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x-none" b="1" dirty="0">
                <a:solidFill>
                  <a:srgbClr val="FF0000"/>
                </a:solidFill>
                <a:latin typeface="宋体" panose="02010600030101010101" pitchFamily="2" charset="-122"/>
              </a:rPr>
              <a:t>※ 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使用容易识别的邮箱地址，可以使用ＱＱ邮箱</a:t>
            </a:r>
            <a:endParaRPr lang="en-US" altLang="x-none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x-none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邮件主题千万不要空着不填写，或者随便写上“求职简历”，这样处理，很容易被反垃圾邮件软件拦截。</a:t>
            </a:r>
            <a:endParaRPr lang="zh-CN" altLang="en-US" sz="2400" b="1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    写好邮件主题（</a:t>
            </a:r>
            <a:r>
              <a:rPr lang="en-US" altLang="x-none" sz="2400" b="1" dirty="0" err="1">
                <a:solidFill>
                  <a:schemeClr val="bg1"/>
                </a:solidFill>
                <a:latin typeface="宋体" panose="02010600030101010101" pitchFamily="2" charset="-122"/>
              </a:rPr>
              <a:t>Who,What,Whom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），如果是单位的邮箱需要有具体接收人的还应写清楚接收人。</a:t>
            </a:r>
            <a:endParaRPr lang="en-US" altLang="x-none" sz="2400" b="1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x-none" sz="11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x-none" b="1" dirty="0">
                <a:solidFill>
                  <a:srgbClr val="FF0000"/>
                </a:solidFill>
                <a:latin typeface="宋体" panose="02010600030101010101" pitchFamily="2" charset="-122"/>
              </a:rPr>
              <a:t>※ 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最好不使用附件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    目前很多邮箱有拦截附件的功能。你发送的求职材料可能被防病毒软件或者反垃圾邮件拦截。</a:t>
            </a:r>
            <a:endParaRPr lang="zh-CN" altLang="en-US" sz="2400" b="1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    如果要用附件，必须要少而精，下载方便快捷。一定要在邮件正文中标明，比如：附件一，附件二等。</a:t>
            </a:r>
            <a:endParaRPr lang="en-US" altLang="x-none" sz="2400" b="1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1" name="Picture 1" descr="D:\QQ\707514766\Image\C2C\HE8WW4FWB3Q}TNL%D{D[FL5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" y="0"/>
            <a:ext cx="5914102" cy="6858000"/>
          </a:xfrm>
          <a:prstGeom prst="rect">
            <a:avLst/>
          </a:prstGeom>
          <a:noFill/>
        </p:spPr>
      </p:pic>
      <p:pic>
        <p:nvPicPr>
          <p:cNvPr id="76802" name="Picture 2" descr="D:\QQ\707514766\Image\C2C\QUXEWSM1L8O4H$8V]HE@%YH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35445" y="0"/>
            <a:ext cx="6356556" cy="6858000"/>
          </a:xfrm>
          <a:prstGeom prst="rect">
            <a:avLst/>
          </a:prstGeom>
          <a:noFill/>
        </p:spPr>
      </p:pic>
    </p:spTree>
  </p:cSld>
  <p:clrMapOvr>
    <a:masterClrMapping/>
  </p:clrMapOvr>
  <p:transition>
    <p:newsflash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65537"/>
          <p:cNvSpPr>
            <a:spLocks noGrp="1"/>
          </p:cNvSpPr>
          <p:nvPr>
            <p:ph type="title"/>
          </p:nvPr>
        </p:nvSpPr>
        <p:spPr>
          <a:xfrm>
            <a:off x="779145" y="494030"/>
            <a:ext cx="7865745" cy="1261745"/>
          </a:xfrm>
        </p:spPr>
        <p:txBody>
          <a:bodyPr lIns="90512" tIns="44462" rIns="90512" bIns="44462" anchor="b"/>
          <a:lstStyle/>
          <a:p>
            <a:r>
              <a:rPr lang="zh-CN" altLang="en-US" b="1" dirty="0">
                <a:solidFill>
                  <a:schemeClr val="bg1"/>
                </a:solidFill>
              </a:rPr>
              <a:t>简历，投递过去了为什么没有回音呢？</a:t>
            </a:r>
            <a:br>
              <a:rPr lang="zh-CN" altLang="en-US" b="1" dirty="0">
                <a:solidFill>
                  <a:schemeClr val="bg1"/>
                </a:solidFill>
              </a:rPr>
            </a:b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65539" name="文本占位符 65538"/>
          <p:cNvSpPr>
            <a:spLocks noGrp="1"/>
          </p:cNvSpPr>
          <p:nvPr>
            <p:ph type="body" idx="1"/>
          </p:nvPr>
        </p:nvSpPr>
        <p:spPr>
          <a:xfrm>
            <a:off x="779160" y="1437741"/>
            <a:ext cx="8783503" cy="4457543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97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这可能有以下几种原因：</a:t>
            </a:r>
            <a:endParaRPr lang="zh-CN" altLang="en-US" sz="197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97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zh-CN" altLang="en-US" sz="197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盲目投的这个单位不是真的在招聘人；</a:t>
            </a:r>
            <a:endParaRPr lang="zh-CN" altLang="en-US" sz="197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97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lang="zh-CN" altLang="en-US" sz="197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信息过期了，已经找到人了；</a:t>
            </a:r>
            <a:endParaRPr lang="zh-CN" altLang="en-US" sz="197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97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</a:t>
            </a:r>
            <a:r>
              <a:rPr lang="zh-CN" altLang="en-US" sz="197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你投的“驴唇不对马嘴”，看了也是白看；</a:t>
            </a:r>
            <a:endParaRPr lang="zh-CN" altLang="en-US" sz="197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97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</a:t>
            </a:r>
            <a:r>
              <a:rPr lang="zh-CN" altLang="en-US" sz="197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背景与要求不相符合，把你淘汰了；</a:t>
            </a:r>
            <a:endParaRPr lang="zh-CN" altLang="en-US" sz="197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97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</a:t>
            </a:r>
            <a:r>
              <a:rPr lang="zh-CN" altLang="en-US" sz="197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人家</a:t>
            </a:r>
            <a:r>
              <a:rPr lang="en-US" altLang="zh-CN" sz="197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HR</a:t>
            </a:r>
            <a:r>
              <a:rPr lang="zh-CN" altLang="en-US" sz="197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根本就没看到你的简历，这与你的优秀与否无关；</a:t>
            </a:r>
            <a:endParaRPr lang="zh-CN" altLang="en-US" sz="197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sz="197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97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那么，遇到这种情况，我们要怎样处理呢？</a:t>
            </a:r>
            <a:endParaRPr lang="zh-CN" altLang="en-US" sz="197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97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第一，电话追过去问问，别忘了说自己的名字。</a:t>
            </a:r>
            <a:endParaRPr lang="zh-CN" altLang="en-US" sz="197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97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第二，尝试其他渠道投递简历。</a:t>
            </a:r>
            <a:endParaRPr lang="zh-CN" altLang="en-US" sz="197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7778" y="7620"/>
            <a:ext cx="3142615" cy="78105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标题 92161"/>
          <p:cNvSpPr>
            <a:spLocks noGrp="1"/>
          </p:cNvSpPr>
          <p:nvPr>
            <p:ph type="title"/>
          </p:nvPr>
        </p:nvSpPr>
        <p:spPr>
          <a:xfrm>
            <a:off x="505409" y="782271"/>
            <a:ext cx="5656519" cy="529466"/>
          </a:xfrm>
        </p:spPr>
        <p:txBody>
          <a:bodyPr lIns="90512" tIns="44462" rIns="90512" bIns="44462" anchor="b"/>
          <a:lstStyle/>
          <a:p>
            <a:r>
              <a:rPr lang="zh-CN" altLang="en-US" dirty="0"/>
              <a:t> </a:t>
            </a:r>
            <a:r>
              <a:rPr lang="zh-CN" altLang="en-US" b="1" dirty="0">
                <a:solidFill>
                  <a:schemeClr val="bg1"/>
                </a:solidFill>
              </a:rPr>
              <a:t>如何让简历被</a:t>
            </a:r>
            <a:r>
              <a:rPr lang="en-US" altLang="zh-CN" b="1">
                <a:solidFill>
                  <a:schemeClr val="bg1"/>
                </a:solidFill>
              </a:rPr>
              <a:t>hr</a:t>
            </a:r>
            <a:r>
              <a:rPr lang="zh-CN" altLang="en-US" b="1" dirty="0">
                <a:solidFill>
                  <a:schemeClr val="bg1"/>
                </a:solidFill>
              </a:rPr>
              <a:t>搜出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92163" name="文本占位符 92162"/>
          <p:cNvSpPr>
            <a:spLocks noGrp="1"/>
          </p:cNvSpPr>
          <p:nvPr>
            <p:ph type="body" idx="1"/>
          </p:nvPr>
        </p:nvSpPr>
        <p:spPr>
          <a:xfrm>
            <a:off x="505540" y="1286822"/>
            <a:ext cx="7669431" cy="4661811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975" b="1" dirty="0"/>
              <a:t>一、简历要时常更新</a:t>
            </a:r>
            <a:endParaRPr lang="zh-CN" altLang="en-US" sz="1975" b="1" dirty="0"/>
          </a:p>
          <a:p>
            <a:pPr marL="0" indent="0">
              <a:buNone/>
            </a:pPr>
            <a:r>
              <a:rPr lang="zh-CN" altLang="en-US" sz="1975" b="1" dirty="0"/>
              <a:t>二、使用普遍认知的措辞</a:t>
            </a:r>
            <a:endParaRPr lang="zh-CN" altLang="en-US" sz="1975" b="1" dirty="0"/>
          </a:p>
          <a:p>
            <a:pPr marL="0" indent="0">
              <a:buNone/>
            </a:pPr>
            <a:r>
              <a:rPr lang="en-US" altLang="zh-CN" sz="1975" dirty="0"/>
              <a:t>	</a:t>
            </a:r>
            <a:r>
              <a:rPr lang="zh-CN" altLang="en-US" sz="1975" dirty="0"/>
              <a:t>简历中所提及的关键字尽量使用普遍认知的措辞，如职务名称等。这样做才能让</a:t>
            </a:r>
            <a:r>
              <a:rPr lang="en-US" altLang="zh-CN" sz="1975" dirty="0"/>
              <a:t>HR</a:t>
            </a:r>
            <a:r>
              <a:rPr lang="zh-CN" altLang="en-US" sz="1975" dirty="0"/>
              <a:t>更容易用系统搜索到你。</a:t>
            </a:r>
            <a:endParaRPr lang="zh-CN" altLang="en-US" sz="1975" dirty="0"/>
          </a:p>
          <a:p>
            <a:pPr marL="0" indent="0">
              <a:buNone/>
            </a:pPr>
            <a:r>
              <a:rPr lang="zh-CN" altLang="en-US" sz="1975" b="1" dirty="0"/>
              <a:t>三、相关经验要重点突出</a:t>
            </a:r>
            <a:endParaRPr lang="zh-CN" altLang="en-US" sz="1975" b="1" dirty="0"/>
          </a:p>
          <a:p>
            <a:pPr marL="0" indent="0">
              <a:buNone/>
            </a:pPr>
            <a:r>
              <a:rPr lang="en-US" altLang="zh-CN" sz="1975" dirty="0"/>
              <a:t>	</a:t>
            </a:r>
            <a:r>
              <a:rPr lang="zh-CN" altLang="en-US" sz="1975" dirty="0"/>
              <a:t>体现出自己有能力胜任这份工作。</a:t>
            </a:r>
            <a:endParaRPr lang="zh-CN" altLang="en-US" sz="1975" dirty="0"/>
          </a:p>
          <a:p>
            <a:pPr marL="0" indent="0">
              <a:buNone/>
            </a:pPr>
            <a:r>
              <a:rPr lang="zh-CN" altLang="en-US" sz="1975" b="1" dirty="0"/>
              <a:t>四、职业证书很重要</a:t>
            </a:r>
            <a:endParaRPr lang="zh-CN" altLang="en-US" sz="1975" b="1" dirty="0"/>
          </a:p>
          <a:p>
            <a:pPr marL="0" indent="0">
              <a:buNone/>
            </a:pPr>
            <a:r>
              <a:rPr lang="en-US" altLang="zh-CN" sz="1975" dirty="0"/>
              <a:t>	</a:t>
            </a:r>
            <a:r>
              <a:rPr lang="zh-CN" altLang="en-US" sz="1975" dirty="0"/>
              <a:t>证书不光能用来突显自己的专业度，很多岗位是必须拥有“职业资格证书”才能上岗。因此，尽可能将证书的资讯填写完整，可以让</a:t>
            </a:r>
            <a:r>
              <a:rPr lang="en-US" altLang="zh-CN" sz="1975" dirty="0"/>
              <a:t>HR</a:t>
            </a:r>
            <a:r>
              <a:rPr lang="zh-CN" altLang="en-US" sz="1975" dirty="0"/>
              <a:t>增加对你的好感度。</a:t>
            </a:r>
            <a:endParaRPr lang="zh-CN" altLang="en-US" sz="1975" dirty="0"/>
          </a:p>
          <a:p>
            <a:pPr marL="0" indent="0">
              <a:buNone/>
            </a:pPr>
            <a:r>
              <a:rPr lang="en-US" altLang="zh-CN" sz="1975" dirty="0"/>
              <a:t>	</a:t>
            </a:r>
            <a:r>
              <a:rPr lang="zh-CN" altLang="en-US" sz="1975" dirty="0"/>
              <a:t>做到以上几点，您的简历可能很快被</a:t>
            </a:r>
            <a:r>
              <a:rPr lang="en-US" altLang="zh-CN" sz="1975" dirty="0"/>
              <a:t>HR</a:t>
            </a:r>
            <a:r>
              <a:rPr lang="zh-CN" altLang="en-US" sz="1975" dirty="0"/>
              <a:t>搜寻到。</a:t>
            </a:r>
            <a:endParaRPr lang="zh-CN" altLang="en-US" sz="1975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568" y="113665"/>
            <a:ext cx="3142615" cy="78105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1649" y="687950"/>
            <a:ext cx="10219139" cy="4661811"/>
          </a:xfrm>
        </p:spPr>
        <p:txBody>
          <a:bodyPr/>
          <a:lstStyle/>
          <a:p>
            <a:r>
              <a:rPr kumimoji="1" lang="zh-CN" altLang="en-US" sz="3600" b="1" dirty="0"/>
              <a:t>如何提高简历投递成功率</a:t>
            </a:r>
            <a:endParaRPr kumimoji="1" lang="en-US" altLang="zh-CN" sz="3600" b="1" dirty="0"/>
          </a:p>
          <a:p>
            <a:pPr marL="0" indent="0">
              <a:buNone/>
            </a:pPr>
            <a:endParaRPr kumimoji="1" lang="en-US" altLang="zh-CN" sz="2400" dirty="0"/>
          </a:p>
          <a:p>
            <a:pPr marL="0" indent="0">
              <a:buNone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要想提高简历投递的成功概率，遵循下面的流程将非常有帮助：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kumimoji="1" lang="en-US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梳理知识、技能、经历并记录在案，形成基础简历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kumimoji="1" lang="en-US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确立求职目标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筛选招聘信息，选择匹配自己目标的公司和职位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针对每个招聘信息进行分析，提取关键词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根据关键词，结合基础简历，优化技能描述和项目经验，生成一份有针对性的简历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2794" y="238884"/>
            <a:ext cx="3142615" cy="78105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star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法则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链接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http://www.devstore.cn/essay/essayInfo/5557.html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课下有时间可以看下这个文章，讲的比较详细，仅供参考，不能照搬照抄。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1028689" y="1007355"/>
            <a:ext cx="10219139" cy="4661811"/>
          </a:xfrm>
        </p:spPr>
        <p:txBody>
          <a:bodyPr/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kumimoji="1" lang="en-US" altLang="zh-CN" sz="3600" b="1" dirty="0"/>
          </a:p>
          <a:p>
            <a:endParaRPr kumimoji="1" lang="zh-CN" altLang="en-US" sz="24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2794" y="238884"/>
            <a:ext cx="3142615" cy="78105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组合 228"/>
          <p:cNvGrpSpPr/>
          <p:nvPr/>
        </p:nvGrpSpPr>
        <p:grpSpPr>
          <a:xfrm>
            <a:off x="402360" y="1089124"/>
            <a:ext cx="2422532" cy="2644700"/>
            <a:chOff x="279130" y="1340768"/>
            <a:chExt cx="5096789" cy="5564211"/>
          </a:xfrm>
        </p:grpSpPr>
        <p:sp>
          <p:nvSpPr>
            <p:cNvPr id="230" name="任意多边形 229"/>
            <p:cNvSpPr/>
            <p:nvPr/>
          </p:nvSpPr>
          <p:spPr>
            <a:xfrm>
              <a:off x="1571704" y="139452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1" name="任意多边形 230"/>
            <p:cNvSpPr/>
            <p:nvPr/>
          </p:nvSpPr>
          <p:spPr>
            <a:xfrm>
              <a:off x="2738021" y="1393020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2D79B6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2" name="任意多边形 231"/>
            <p:cNvSpPr/>
            <p:nvPr/>
          </p:nvSpPr>
          <p:spPr>
            <a:xfrm>
              <a:off x="3323243" y="1393020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3" name="任意多边形 232"/>
            <p:cNvSpPr/>
            <p:nvPr/>
          </p:nvSpPr>
          <p:spPr>
            <a:xfrm>
              <a:off x="1836852" y="176923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4" name="任意多边形 233"/>
            <p:cNvSpPr/>
            <p:nvPr/>
          </p:nvSpPr>
          <p:spPr>
            <a:xfrm>
              <a:off x="3001026" y="176923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5" name="任意多边形 234"/>
            <p:cNvSpPr/>
            <p:nvPr/>
          </p:nvSpPr>
          <p:spPr>
            <a:xfrm>
              <a:off x="1541276" y="2145449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29C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6" name="任意多边形 235"/>
            <p:cNvSpPr/>
            <p:nvPr/>
          </p:nvSpPr>
          <p:spPr>
            <a:xfrm>
              <a:off x="2122319" y="2145449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7" name="任意多边形 236"/>
            <p:cNvSpPr/>
            <p:nvPr/>
          </p:nvSpPr>
          <p:spPr>
            <a:xfrm>
              <a:off x="2711721" y="2145449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8" name="任意多边形 237"/>
            <p:cNvSpPr/>
            <p:nvPr/>
          </p:nvSpPr>
          <p:spPr>
            <a:xfrm>
              <a:off x="3288583" y="213708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9" name="任意多边形 238"/>
            <p:cNvSpPr/>
            <p:nvPr/>
          </p:nvSpPr>
          <p:spPr>
            <a:xfrm>
              <a:off x="2387142" y="2521663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0" name="任意多边形 239"/>
            <p:cNvSpPr/>
            <p:nvPr/>
          </p:nvSpPr>
          <p:spPr>
            <a:xfrm>
              <a:off x="2986472" y="2521663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1" name="任意多边形 240"/>
            <p:cNvSpPr/>
            <p:nvPr/>
          </p:nvSpPr>
          <p:spPr>
            <a:xfrm>
              <a:off x="3557586" y="2521663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2" name="任意多边形 241"/>
            <p:cNvSpPr/>
            <p:nvPr/>
          </p:nvSpPr>
          <p:spPr>
            <a:xfrm>
              <a:off x="2678599" y="289787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3" name="任意多边形 242"/>
            <p:cNvSpPr/>
            <p:nvPr/>
          </p:nvSpPr>
          <p:spPr>
            <a:xfrm>
              <a:off x="3254297" y="289787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4" name="任意多边形 243"/>
            <p:cNvSpPr/>
            <p:nvPr/>
          </p:nvSpPr>
          <p:spPr>
            <a:xfrm>
              <a:off x="2654680" y="3650306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5" name="任意多边形 244"/>
            <p:cNvSpPr/>
            <p:nvPr/>
          </p:nvSpPr>
          <p:spPr>
            <a:xfrm>
              <a:off x="2949910" y="4030331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6" name="任意多边形 245"/>
            <p:cNvSpPr/>
            <p:nvPr/>
          </p:nvSpPr>
          <p:spPr>
            <a:xfrm>
              <a:off x="2342597" y="4775140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7" name="任意多边形 246"/>
            <p:cNvSpPr/>
            <p:nvPr/>
          </p:nvSpPr>
          <p:spPr>
            <a:xfrm>
              <a:off x="2925279" y="4786570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8" name="任意多边形 247"/>
            <p:cNvSpPr/>
            <p:nvPr/>
          </p:nvSpPr>
          <p:spPr>
            <a:xfrm>
              <a:off x="2023265" y="516532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9" name="任意多边形 248"/>
            <p:cNvSpPr/>
            <p:nvPr/>
          </p:nvSpPr>
          <p:spPr>
            <a:xfrm>
              <a:off x="2612297" y="517040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0" name="任意多边形 249"/>
            <p:cNvSpPr/>
            <p:nvPr/>
          </p:nvSpPr>
          <p:spPr>
            <a:xfrm>
              <a:off x="3222919" y="515516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1" name="任意多边形 250"/>
            <p:cNvSpPr/>
            <p:nvPr/>
          </p:nvSpPr>
          <p:spPr>
            <a:xfrm>
              <a:off x="1111192" y="553137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2" name="任意多边形 251"/>
            <p:cNvSpPr/>
            <p:nvPr/>
          </p:nvSpPr>
          <p:spPr>
            <a:xfrm>
              <a:off x="1710385" y="5529600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3" name="任意多边形 252"/>
            <p:cNvSpPr/>
            <p:nvPr/>
          </p:nvSpPr>
          <p:spPr>
            <a:xfrm>
              <a:off x="2309577" y="553645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4" name="任意多边形 253"/>
            <p:cNvSpPr/>
            <p:nvPr/>
          </p:nvSpPr>
          <p:spPr>
            <a:xfrm>
              <a:off x="2931629" y="554153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5" name="任意多边形 254"/>
            <p:cNvSpPr/>
            <p:nvPr/>
          </p:nvSpPr>
          <p:spPr>
            <a:xfrm>
              <a:off x="1876908" y="138884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6" name="任意多边形 255"/>
            <p:cNvSpPr/>
            <p:nvPr/>
          </p:nvSpPr>
          <p:spPr>
            <a:xfrm>
              <a:off x="2455860" y="139302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7" name="任意多边形 256"/>
            <p:cNvSpPr/>
            <p:nvPr/>
          </p:nvSpPr>
          <p:spPr>
            <a:xfrm>
              <a:off x="2144093" y="1769234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27C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8" name="任意多边形 257"/>
            <p:cNvSpPr/>
            <p:nvPr/>
          </p:nvSpPr>
          <p:spPr>
            <a:xfrm>
              <a:off x="2718865" y="1769234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9" name="任意多边形 258"/>
            <p:cNvSpPr/>
            <p:nvPr/>
          </p:nvSpPr>
          <p:spPr>
            <a:xfrm>
              <a:off x="1850608" y="2149629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0" name="任意多边形 259"/>
            <p:cNvSpPr/>
            <p:nvPr/>
          </p:nvSpPr>
          <p:spPr>
            <a:xfrm>
              <a:off x="2429560" y="2157641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1" name="任意多边形 260"/>
            <p:cNvSpPr/>
            <p:nvPr/>
          </p:nvSpPr>
          <p:spPr>
            <a:xfrm>
              <a:off x="3587465" y="2145449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2C78BA"/>
            </a:solidFill>
            <a:ln>
              <a:solidFill>
                <a:srgbClr val="1F6BA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2" name="任意多边形 261"/>
            <p:cNvSpPr/>
            <p:nvPr/>
          </p:nvSpPr>
          <p:spPr>
            <a:xfrm>
              <a:off x="2690203" y="2521663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solidFill>
                <a:srgbClr val="1F6BA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3" name="任意多边形 262"/>
            <p:cNvSpPr/>
            <p:nvPr/>
          </p:nvSpPr>
          <p:spPr>
            <a:xfrm>
              <a:off x="1821666" y="289787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4" name="任意多边形 263"/>
            <p:cNvSpPr/>
            <p:nvPr/>
          </p:nvSpPr>
          <p:spPr>
            <a:xfrm>
              <a:off x="2971210" y="289787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5" name="任意多边形 264"/>
            <p:cNvSpPr/>
            <p:nvPr/>
          </p:nvSpPr>
          <p:spPr>
            <a:xfrm>
              <a:off x="2678835" y="3276727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6" name="任意多边形 265"/>
            <p:cNvSpPr/>
            <p:nvPr/>
          </p:nvSpPr>
          <p:spPr>
            <a:xfrm>
              <a:off x="3266856" y="3275282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7" name="任意多边形 266"/>
            <p:cNvSpPr/>
            <p:nvPr/>
          </p:nvSpPr>
          <p:spPr>
            <a:xfrm>
              <a:off x="1795744" y="3661482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8" name="任意多边形 267"/>
            <p:cNvSpPr/>
            <p:nvPr/>
          </p:nvSpPr>
          <p:spPr>
            <a:xfrm>
              <a:off x="2965847" y="365689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9" name="任意多边形 268"/>
            <p:cNvSpPr/>
            <p:nvPr/>
          </p:nvSpPr>
          <p:spPr>
            <a:xfrm>
              <a:off x="2657299" y="4035411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0" name="任意多边形 269"/>
            <p:cNvSpPr/>
            <p:nvPr/>
          </p:nvSpPr>
          <p:spPr>
            <a:xfrm>
              <a:off x="3253661" y="4026521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1" name="任意多边形 270"/>
            <p:cNvSpPr/>
            <p:nvPr/>
          </p:nvSpPr>
          <p:spPr>
            <a:xfrm>
              <a:off x="2949990" y="440511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2" name="任意多边形 271"/>
            <p:cNvSpPr/>
            <p:nvPr/>
          </p:nvSpPr>
          <p:spPr>
            <a:xfrm>
              <a:off x="1461534" y="4772854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3" name="任意多边形 272"/>
            <p:cNvSpPr/>
            <p:nvPr/>
          </p:nvSpPr>
          <p:spPr>
            <a:xfrm>
              <a:off x="2654258" y="477895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4" name="任意多边形 273"/>
            <p:cNvSpPr/>
            <p:nvPr/>
          </p:nvSpPr>
          <p:spPr>
            <a:xfrm>
              <a:off x="1739870" y="516253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5" name="任意多边形 274"/>
            <p:cNvSpPr/>
            <p:nvPr/>
          </p:nvSpPr>
          <p:spPr>
            <a:xfrm>
              <a:off x="2332763" y="516476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6" name="任意多边形 275"/>
            <p:cNvSpPr/>
            <p:nvPr/>
          </p:nvSpPr>
          <p:spPr>
            <a:xfrm>
              <a:off x="2925228" y="5175484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7" name="任意多边形 276"/>
            <p:cNvSpPr/>
            <p:nvPr/>
          </p:nvSpPr>
          <p:spPr>
            <a:xfrm>
              <a:off x="1424704" y="553645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8" name="任意多边形 277"/>
            <p:cNvSpPr/>
            <p:nvPr/>
          </p:nvSpPr>
          <p:spPr>
            <a:xfrm>
              <a:off x="2024876" y="553645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9" name="任意多边形 278"/>
            <p:cNvSpPr/>
            <p:nvPr/>
          </p:nvSpPr>
          <p:spPr>
            <a:xfrm>
              <a:off x="2631398" y="554534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0" name="任意多边形 279"/>
            <p:cNvSpPr/>
            <p:nvPr/>
          </p:nvSpPr>
          <p:spPr>
            <a:xfrm>
              <a:off x="1111480" y="5910053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1" name="任意多边形 280"/>
            <p:cNvSpPr/>
            <p:nvPr/>
          </p:nvSpPr>
          <p:spPr>
            <a:xfrm>
              <a:off x="1714192" y="5917673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2" name="任意多边形 281"/>
            <p:cNvSpPr/>
            <p:nvPr/>
          </p:nvSpPr>
          <p:spPr>
            <a:xfrm>
              <a:off x="2336227" y="630888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3" name="任意多边形 282"/>
            <p:cNvSpPr/>
            <p:nvPr/>
          </p:nvSpPr>
          <p:spPr>
            <a:xfrm>
              <a:off x="1401570" y="629110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4" name="任意多边形 283"/>
            <p:cNvSpPr/>
            <p:nvPr/>
          </p:nvSpPr>
          <p:spPr>
            <a:xfrm>
              <a:off x="2656005" y="631396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5" name="任意多边形 284"/>
            <p:cNvSpPr/>
            <p:nvPr/>
          </p:nvSpPr>
          <p:spPr>
            <a:xfrm>
              <a:off x="1226381" y="2526172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6" name="任意多边形 285"/>
            <p:cNvSpPr/>
            <p:nvPr/>
          </p:nvSpPr>
          <p:spPr>
            <a:xfrm>
              <a:off x="1527701" y="252425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7" name="任意多边形 286"/>
            <p:cNvSpPr/>
            <p:nvPr/>
          </p:nvSpPr>
          <p:spPr>
            <a:xfrm>
              <a:off x="632162" y="2526172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8" name="任意多边形 287"/>
            <p:cNvSpPr/>
            <p:nvPr/>
          </p:nvSpPr>
          <p:spPr>
            <a:xfrm>
              <a:off x="1231937" y="289787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0E567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9" name="任意多边形 288"/>
            <p:cNvSpPr/>
            <p:nvPr/>
          </p:nvSpPr>
          <p:spPr>
            <a:xfrm>
              <a:off x="1797377" y="327904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1F6BA5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0" name="任意多边形 289"/>
            <p:cNvSpPr/>
            <p:nvPr/>
          </p:nvSpPr>
          <p:spPr>
            <a:xfrm>
              <a:off x="1513614" y="327644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solidFill>
              <a:srgbClr val="349F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1" name="任意多边形 290"/>
            <p:cNvSpPr/>
            <p:nvPr/>
          </p:nvSpPr>
          <p:spPr>
            <a:xfrm>
              <a:off x="3231998" y="5934183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2" name="任意多边形 291"/>
            <p:cNvSpPr/>
            <p:nvPr/>
          </p:nvSpPr>
          <p:spPr>
            <a:xfrm>
              <a:off x="3516412" y="6320750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3" name="任意多边形 292"/>
            <p:cNvSpPr/>
            <p:nvPr/>
          </p:nvSpPr>
          <p:spPr>
            <a:xfrm>
              <a:off x="1819642" y="2526505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40A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4" name="任意多边形 293"/>
            <p:cNvSpPr/>
            <p:nvPr/>
          </p:nvSpPr>
          <p:spPr>
            <a:xfrm>
              <a:off x="2390610" y="289600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rgbClr val="4F7C87"/>
              </a:solidFill>
              <a:prstDash val="sysDash"/>
            </a:ln>
            <a:effectLst>
              <a:reflection blurRad="6350" stA="50000" endA="300" endPos="5550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5" name="任意多边形 294"/>
            <p:cNvSpPr/>
            <p:nvPr/>
          </p:nvSpPr>
          <p:spPr>
            <a:xfrm>
              <a:off x="647941" y="135121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6" name="任意多边形 295"/>
            <p:cNvSpPr/>
            <p:nvPr/>
          </p:nvSpPr>
          <p:spPr>
            <a:xfrm>
              <a:off x="331368" y="174833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7" name="任意多边形 296"/>
            <p:cNvSpPr/>
            <p:nvPr/>
          </p:nvSpPr>
          <p:spPr>
            <a:xfrm>
              <a:off x="623745" y="2145449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8" name="任意多边形 297"/>
            <p:cNvSpPr/>
            <p:nvPr/>
          </p:nvSpPr>
          <p:spPr>
            <a:xfrm>
              <a:off x="1219418" y="2145449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9" name="任意多边形 298"/>
            <p:cNvSpPr/>
            <p:nvPr/>
          </p:nvSpPr>
          <p:spPr>
            <a:xfrm>
              <a:off x="602221" y="2928249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0" name="任意多边形 299"/>
            <p:cNvSpPr/>
            <p:nvPr/>
          </p:nvSpPr>
          <p:spPr>
            <a:xfrm>
              <a:off x="281682" y="3340604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1" name="任意多边形 300"/>
            <p:cNvSpPr/>
            <p:nvPr/>
          </p:nvSpPr>
          <p:spPr>
            <a:xfrm>
              <a:off x="579361" y="3737720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2" name="任意多边形 301"/>
            <p:cNvSpPr/>
            <p:nvPr/>
          </p:nvSpPr>
          <p:spPr>
            <a:xfrm>
              <a:off x="589731" y="6513716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3" name="任意多边形 302"/>
            <p:cNvSpPr/>
            <p:nvPr/>
          </p:nvSpPr>
          <p:spPr>
            <a:xfrm>
              <a:off x="1185404" y="6513716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4" name="任意多边形 303"/>
            <p:cNvSpPr/>
            <p:nvPr/>
          </p:nvSpPr>
          <p:spPr>
            <a:xfrm>
              <a:off x="352822" y="134318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5" name="任意多边形 304"/>
            <p:cNvSpPr/>
            <p:nvPr/>
          </p:nvSpPr>
          <p:spPr>
            <a:xfrm>
              <a:off x="961453" y="134076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6" name="任意多边形 305"/>
            <p:cNvSpPr/>
            <p:nvPr/>
          </p:nvSpPr>
          <p:spPr>
            <a:xfrm>
              <a:off x="644880" y="1737883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7" name="任意多边形 306"/>
            <p:cNvSpPr/>
            <p:nvPr/>
          </p:nvSpPr>
          <p:spPr>
            <a:xfrm>
              <a:off x="936372" y="2134998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8" name="任意多边形 307"/>
            <p:cNvSpPr/>
            <p:nvPr/>
          </p:nvSpPr>
          <p:spPr>
            <a:xfrm>
              <a:off x="938593" y="2532114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9" name="任意多边形 308"/>
            <p:cNvSpPr/>
            <p:nvPr/>
          </p:nvSpPr>
          <p:spPr>
            <a:xfrm>
              <a:off x="908113" y="2902559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0" name="任意多边形 309"/>
            <p:cNvSpPr/>
            <p:nvPr/>
          </p:nvSpPr>
          <p:spPr>
            <a:xfrm>
              <a:off x="595194" y="3330154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1" name="任意多边形 310"/>
            <p:cNvSpPr/>
            <p:nvPr/>
          </p:nvSpPr>
          <p:spPr>
            <a:xfrm>
              <a:off x="286750" y="3727269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2" name="任意多边形 311"/>
            <p:cNvSpPr/>
            <p:nvPr/>
          </p:nvSpPr>
          <p:spPr>
            <a:xfrm>
              <a:off x="584338" y="4124384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3" name="任意多边形 312"/>
            <p:cNvSpPr/>
            <p:nvPr/>
          </p:nvSpPr>
          <p:spPr>
            <a:xfrm>
              <a:off x="279130" y="451769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4" name="任意多边形 313"/>
            <p:cNvSpPr/>
            <p:nvPr/>
          </p:nvSpPr>
          <p:spPr>
            <a:xfrm>
              <a:off x="355330" y="4914805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5" name="任意多边形 314"/>
            <p:cNvSpPr/>
            <p:nvPr/>
          </p:nvSpPr>
          <p:spPr>
            <a:xfrm>
              <a:off x="961453" y="4914805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6" name="任意多边形 315"/>
            <p:cNvSpPr/>
            <p:nvPr/>
          </p:nvSpPr>
          <p:spPr>
            <a:xfrm>
              <a:off x="637295" y="531192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7" name="任意多边形 316"/>
            <p:cNvSpPr/>
            <p:nvPr/>
          </p:nvSpPr>
          <p:spPr>
            <a:xfrm>
              <a:off x="1243418" y="531192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8" name="任意多边形 317"/>
            <p:cNvSpPr/>
            <p:nvPr/>
          </p:nvSpPr>
          <p:spPr>
            <a:xfrm>
              <a:off x="328660" y="5705225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9" name="任意多边形 318"/>
            <p:cNvSpPr/>
            <p:nvPr/>
          </p:nvSpPr>
          <p:spPr>
            <a:xfrm>
              <a:off x="930973" y="5709035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0" name="任意多边形 319"/>
            <p:cNvSpPr/>
            <p:nvPr/>
          </p:nvSpPr>
          <p:spPr>
            <a:xfrm>
              <a:off x="612631" y="6098530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1" name="任意多边形 320"/>
            <p:cNvSpPr/>
            <p:nvPr/>
          </p:nvSpPr>
          <p:spPr>
            <a:xfrm>
              <a:off x="892793" y="650326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2" name="任意多边形 321"/>
            <p:cNvSpPr/>
            <p:nvPr/>
          </p:nvSpPr>
          <p:spPr>
            <a:xfrm>
              <a:off x="1498916" y="6495646"/>
              <a:ext cx="593583" cy="388755"/>
            </a:xfrm>
            <a:custGeom>
              <a:avLst/>
              <a:gdLst>
                <a:gd name="connsiteX0" fmla="*/ 350520 w 721360"/>
                <a:gd name="connsiteY0" fmla="*/ 472440 h 472440"/>
                <a:gd name="connsiteX1" fmla="*/ 721360 w 721360"/>
                <a:gd name="connsiteY1" fmla="*/ 10160 h 472440"/>
                <a:gd name="connsiteX2" fmla="*/ 0 w 721360"/>
                <a:gd name="connsiteY2" fmla="*/ 0 h 472440"/>
                <a:gd name="connsiteX3" fmla="*/ 350520 w 721360"/>
                <a:gd name="connsiteY3" fmla="*/ 472440 h 4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360" h="472440">
                  <a:moveTo>
                    <a:pt x="350520" y="472440"/>
                  </a:moveTo>
                  <a:lnTo>
                    <a:pt x="721360" y="10160"/>
                  </a:lnTo>
                  <a:lnTo>
                    <a:pt x="0" y="0"/>
                  </a:lnTo>
                  <a:lnTo>
                    <a:pt x="350520" y="47244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3" name="任意多边形 322"/>
            <p:cNvSpPr/>
            <p:nvPr/>
          </p:nvSpPr>
          <p:spPr>
            <a:xfrm>
              <a:off x="1500932" y="6099157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noFill/>
            <a:ln>
              <a:solidFill>
                <a:schemeClr val="tx1">
                  <a:lumMod val="8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4" name="任意多边形 323"/>
            <p:cNvSpPr/>
            <p:nvPr/>
          </p:nvSpPr>
          <p:spPr>
            <a:xfrm>
              <a:off x="4778992" y="6308888"/>
              <a:ext cx="596927" cy="391263"/>
            </a:xfrm>
            <a:custGeom>
              <a:avLst/>
              <a:gdLst>
                <a:gd name="connsiteX0" fmla="*/ 377952 w 725424"/>
                <a:gd name="connsiteY0" fmla="*/ 0 h 475488"/>
                <a:gd name="connsiteX1" fmla="*/ 0 w 725424"/>
                <a:gd name="connsiteY1" fmla="*/ 475488 h 475488"/>
                <a:gd name="connsiteX2" fmla="*/ 725424 w 725424"/>
                <a:gd name="connsiteY2" fmla="*/ 469392 h 475488"/>
                <a:gd name="connsiteX3" fmla="*/ 377952 w 725424"/>
                <a:gd name="connsiteY3" fmla="*/ 0 h 47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424" h="475488">
                  <a:moveTo>
                    <a:pt x="377952" y="0"/>
                  </a:moveTo>
                  <a:lnTo>
                    <a:pt x="0" y="475488"/>
                  </a:lnTo>
                  <a:lnTo>
                    <a:pt x="725424" y="469392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488896" y="3269925"/>
            <a:ext cx="1563258" cy="9220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6000" b="1">
                <a:solidFill>
                  <a:srgbClr val="0E5671"/>
                </a:solidFill>
                <a:latin typeface="方正美黑简体" panose="03000509000000000000" pitchFamily="65" charset="-122"/>
                <a:ea typeface="方正美黑简体" panose="03000509000000000000" pitchFamily="65" charset="-122"/>
              </a:defRPr>
            </a:lvl1pPr>
          </a:lstStyle>
          <a:p>
            <a:r>
              <a:rPr lang="zh-CN" altLang="en-US" sz="5400" dirty="0">
                <a:latin typeface="楷体" panose="02010609060101010101" charset="-122"/>
                <a:ea typeface="楷体" panose="02010609060101010101" charset="-122"/>
              </a:rPr>
              <a:t>谢谢</a:t>
            </a:r>
            <a:endParaRPr lang="zh-CN" altLang="en-US" sz="5400" dirty="0">
              <a:latin typeface="楷体" panose="02010609060101010101" charset="-122"/>
              <a:ea typeface="楷体" panose="02010609060101010101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0" y="-8"/>
            <a:ext cx="8040216" cy="980733"/>
            <a:chOff x="0" y="-8"/>
            <a:chExt cx="8040216" cy="980733"/>
          </a:xfrm>
        </p:grpSpPr>
        <p:sp>
          <p:nvSpPr>
            <p:cNvPr id="119" name="直角三角形 118"/>
            <p:cNvSpPr/>
            <p:nvPr/>
          </p:nvSpPr>
          <p:spPr>
            <a:xfrm flipV="1">
              <a:off x="0" y="-8"/>
              <a:ext cx="8040216" cy="980733"/>
            </a:xfrm>
            <a:prstGeom prst="rtTriangle">
              <a:avLst/>
            </a:prstGeom>
            <a:solidFill>
              <a:srgbClr val="40404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文本框 119"/>
            <p:cNvSpPr txBox="1"/>
            <p:nvPr/>
          </p:nvSpPr>
          <p:spPr>
            <a:xfrm>
              <a:off x="84094" y="108391"/>
              <a:ext cx="433351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2" name="TextBox 101"/>
          <p:cNvSpPr txBox="1"/>
          <p:nvPr/>
        </p:nvSpPr>
        <p:spPr>
          <a:xfrm>
            <a:off x="3746090" y="2227004"/>
            <a:ext cx="5633884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4800" b="1" dirty="0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</a:rPr>
              <a:t>祝大家前程似锦</a:t>
            </a:r>
            <a:endParaRPr lang="zh-CN" altLang="en-US" sz="4800" b="1" dirty="0">
              <a:solidFill>
                <a:srgbClr val="00206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7938" y="108585"/>
            <a:ext cx="3142615" cy="781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切片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切片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切片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>
    <a:spDef>
      <a:spPr>
        <a:solidFill>
          <a:srgbClr val="0E5671"/>
        </a:solidFill>
        <a:ln>
          <a:noFill/>
        </a:ln>
      </a:spPr>
      <a:bodyPr rtlCol="0" anchor="ctr"/>
      <a:lstStyle>
        <a:defPPr marL="457200" indent="-457200">
          <a:buFont typeface="Wingdings" panose="05000000000000000000" pitchFamily="2" charset="2"/>
          <a:buChar char="l"/>
          <a:defRPr sz="3200" dirty="0">
            <a:latin typeface="华文琥珀" panose="02010800040101010101" pitchFamily="2" charset="-122"/>
            <a:ea typeface="华文琥珀" panose="02010800040101010101" pitchFamily="2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经营管理部">
  <a:themeElements>
    <a:clrScheme name="1_经营管理部 1">
      <a:dk1>
        <a:srgbClr val="000000"/>
      </a:dk1>
      <a:lt1>
        <a:srgbClr val="FFFFFF"/>
      </a:lt1>
      <a:dk2>
        <a:srgbClr val="000000"/>
      </a:dk2>
      <a:lt2>
        <a:srgbClr val="003F56"/>
      </a:lt2>
      <a:accent1>
        <a:srgbClr val="FFFFFF"/>
      </a:accent1>
      <a:accent2>
        <a:srgbClr val="B2D2DE"/>
      </a:accent2>
      <a:accent3>
        <a:srgbClr val="FFFFFF"/>
      </a:accent3>
      <a:accent4>
        <a:srgbClr val="000000"/>
      </a:accent4>
      <a:accent5>
        <a:srgbClr val="FFFFFF"/>
      </a:accent5>
      <a:accent6>
        <a:srgbClr val="A1BEC9"/>
      </a:accent6>
      <a:hlink>
        <a:srgbClr val="256885"/>
      </a:hlink>
      <a:folHlink>
        <a:srgbClr val="6CAAC0"/>
      </a:folHlink>
    </a:clrScheme>
    <a:fontScheme name="1_经营管理部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525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525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经营管理部 1">
        <a:dk1>
          <a:srgbClr val="000000"/>
        </a:dk1>
        <a:lt1>
          <a:srgbClr val="FFFFFF"/>
        </a:lt1>
        <a:dk2>
          <a:srgbClr val="000000"/>
        </a:dk2>
        <a:lt2>
          <a:srgbClr val="003F56"/>
        </a:lt2>
        <a:accent1>
          <a:srgbClr val="FFFFFF"/>
        </a:accent1>
        <a:accent2>
          <a:srgbClr val="B2D2DE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A1BEC9"/>
        </a:accent6>
        <a:hlink>
          <a:srgbClr val="256885"/>
        </a:hlink>
        <a:folHlink>
          <a:srgbClr val="6CAA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经营管理部 2">
        <a:dk1>
          <a:srgbClr val="000000"/>
        </a:dk1>
        <a:lt1>
          <a:srgbClr val="D6CBC2"/>
        </a:lt1>
        <a:dk2>
          <a:srgbClr val="000000"/>
        </a:dk2>
        <a:lt2>
          <a:srgbClr val="09BAFF"/>
        </a:lt2>
        <a:accent1>
          <a:srgbClr val="FFFFFF"/>
        </a:accent1>
        <a:accent2>
          <a:srgbClr val="003F56"/>
        </a:accent2>
        <a:accent3>
          <a:srgbClr val="E8E2DD"/>
        </a:accent3>
        <a:accent4>
          <a:srgbClr val="000000"/>
        </a:accent4>
        <a:accent5>
          <a:srgbClr val="FFFFFF"/>
        </a:accent5>
        <a:accent6>
          <a:srgbClr val="00384D"/>
        </a:accent6>
        <a:hlink>
          <a:srgbClr val="256885"/>
        </a:hlink>
        <a:folHlink>
          <a:srgbClr val="6CAA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经营管理部 3">
        <a:dk1>
          <a:srgbClr val="09BAFF"/>
        </a:dk1>
        <a:lt1>
          <a:srgbClr val="FFFFFF"/>
        </a:lt1>
        <a:dk2>
          <a:srgbClr val="003F56"/>
        </a:dk2>
        <a:lt2>
          <a:srgbClr val="FFFFFF"/>
        </a:lt2>
        <a:accent1>
          <a:srgbClr val="FFFFFF"/>
        </a:accent1>
        <a:accent2>
          <a:srgbClr val="B2D2DE"/>
        </a:accent2>
        <a:accent3>
          <a:srgbClr val="AAAFB4"/>
        </a:accent3>
        <a:accent4>
          <a:srgbClr val="DADADA"/>
        </a:accent4>
        <a:accent5>
          <a:srgbClr val="FFFFFF"/>
        </a:accent5>
        <a:accent6>
          <a:srgbClr val="A1BEC9"/>
        </a:accent6>
        <a:hlink>
          <a:srgbClr val="6CAAC0"/>
        </a:hlink>
        <a:folHlink>
          <a:srgbClr val="25688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经营管理部 4">
        <a:dk1>
          <a:srgbClr val="FF960C"/>
        </a:dk1>
        <a:lt1>
          <a:srgbClr val="FFFFFF"/>
        </a:lt1>
        <a:dk2>
          <a:srgbClr val="003F56"/>
        </a:dk2>
        <a:lt2>
          <a:srgbClr val="FFFFFF"/>
        </a:lt2>
        <a:accent1>
          <a:srgbClr val="FFFFFF"/>
        </a:accent1>
        <a:accent2>
          <a:srgbClr val="B2D2DE"/>
        </a:accent2>
        <a:accent3>
          <a:srgbClr val="AAAFB4"/>
        </a:accent3>
        <a:accent4>
          <a:srgbClr val="DADADA"/>
        </a:accent4>
        <a:accent5>
          <a:srgbClr val="FFFFFF"/>
        </a:accent5>
        <a:accent6>
          <a:srgbClr val="A1BEC9"/>
        </a:accent6>
        <a:hlink>
          <a:srgbClr val="6CAAC0"/>
        </a:hlink>
        <a:folHlink>
          <a:srgbClr val="256885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经营管理部">
  <a:themeElements>
    <a:clrScheme name="1_经营管理部 1">
      <a:dk1>
        <a:srgbClr val="000000"/>
      </a:dk1>
      <a:lt1>
        <a:srgbClr val="FFFFFF"/>
      </a:lt1>
      <a:dk2>
        <a:srgbClr val="000000"/>
      </a:dk2>
      <a:lt2>
        <a:srgbClr val="003F56"/>
      </a:lt2>
      <a:accent1>
        <a:srgbClr val="FFFFFF"/>
      </a:accent1>
      <a:accent2>
        <a:srgbClr val="B2D2DE"/>
      </a:accent2>
      <a:accent3>
        <a:srgbClr val="FFFFFF"/>
      </a:accent3>
      <a:accent4>
        <a:srgbClr val="000000"/>
      </a:accent4>
      <a:accent5>
        <a:srgbClr val="FFFFFF"/>
      </a:accent5>
      <a:accent6>
        <a:srgbClr val="A1BEC9"/>
      </a:accent6>
      <a:hlink>
        <a:srgbClr val="256885"/>
      </a:hlink>
      <a:folHlink>
        <a:srgbClr val="6CAAC0"/>
      </a:folHlink>
    </a:clrScheme>
    <a:fontScheme name="1_经营管理部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525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525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经营管理部 1">
        <a:dk1>
          <a:srgbClr val="000000"/>
        </a:dk1>
        <a:lt1>
          <a:srgbClr val="FFFFFF"/>
        </a:lt1>
        <a:dk2>
          <a:srgbClr val="000000"/>
        </a:dk2>
        <a:lt2>
          <a:srgbClr val="003F56"/>
        </a:lt2>
        <a:accent1>
          <a:srgbClr val="FFFFFF"/>
        </a:accent1>
        <a:accent2>
          <a:srgbClr val="B2D2DE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A1BEC9"/>
        </a:accent6>
        <a:hlink>
          <a:srgbClr val="256885"/>
        </a:hlink>
        <a:folHlink>
          <a:srgbClr val="6CAA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经营管理部 2">
        <a:dk1>
          <a:srgbClr val="000000"/>
        </a:dk1>
        <a:lt1>
          <a:srgbClr val="D6CBC2"/>
        </a:lt1>
        <a:dk2>
          <a:srgbClr val="000000"/>
        </a:dk2>
        <a:lt2>
          <a:srgbClr val="09BAFF"/>
        </a:lt2>
        <a:accent1>
          <a:srgbClr val="FFFFFF"/>
        </a:accent1>
        <a:accent2>
          <a:srgbClr val="003F56"/>
        </a:accent2>
        <a:accent3>
          <a:srgbClr val="E8E2DD"/>
        </a:accent3>
        <a:accent4>
          <a:srgbClr val="000000"/>
        </a:accent4>
        <a:accent5>
          <a:srgbClr val="FFFFFF"/>
        </a:accent5>
        <a:accent6>
          <a:srgbClr val="00384D"/>
        </a:accent6>
        <a:hlink>
          <a:srgbClr val="256885"/>
        </a:hlink>
        <a:folHlink>
          <a:srgbClr val="6CAA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经营管理部 3">
        <a:dk1>
          <a:srgbClr val="09BAFF"/>
        </a:dk1>
        <a:lt1>
          <a:srgbClr val="FFFFFF"/>
        </a:lt1>
        <a:dk2>
          <a:srgbClr val="003F56"/>
        </a:dk2>
        <a:lt2>
          <a:srgbClr val="FFFFFF"/>
        </a:lt2>
        <a:accent1>
          <a:srgbClr val="FFFFFF"/>
        </a:accent1>
        <a:accent2>
          <a:srgbClr val="B2D2DE"/>
        </a:accent2>
        <a:accent3>
          <a:srgbClr val="AAAFB4"/>
        </a:accent3>
        <a:accent4>
          <a:srgbClr val="DADADA"/>
        </a:accent4>
        <a:accent5>
          <a:srgbClr val="FFFFFF"/>
        </a:accent5>
        <a:accent6>
          <a:srgbClr val="A1BEC9"/>
        </a:accent6>
        <a:hlink>
          <a:srgbClr val="6CAAC0"/>
        </a:hlink>
        <a:folHlink>
          <a:srgbClr val="25688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经营管理部 4">
        <a:dk1>
          <a:srgbClr val="FF960C"/>
        </a:dk1>
        <a:lt1>
          <a:srgbClr val="FFFFFF"/>
        </a:lt1>
        <a:dk2>
          <a:srgbClr val="003F56"/>
        </a:dk2>
        <a:lt2>
          <a:srgbClr val="FFFFFF"/>
        </a:lt2>
        <a:accent1>
          <a:srgbClr val="FFFFFF"/>
        </a:accent1>
        <a:accent2>
          <a:srgbClr val="B2D2DE"/>
        </a:accent2>
        <a:accent3>
          <a:srgbClr val="AAAFB4"/>
        </a:accent3>
        <a:accent4>
          <a:srgbClr val="DADADA"/>
        </a:accent4>
        <a:accent5>
          <a:srgbClr val="FFFFFF"/>
        </a:accent5>
        <a:accent6>
          <a:srgbClr val="A1BEC9"/>
        </a:accent6>
        <a:hlink>
          <a:srgbClr val="6CAAC0"/>
        </a:hlink>
        <a:folHlink>
          <a:srgbClr val="256885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0</TotalTime>
  <Words>2635</Words>
  <Application>WPS 演示</Application>
  <PresentationFormat>宽屏</PresentationFormat>
  <Paragraphs>314</Paragraphs>
  <Slides>46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46</vt:i4>
      </vt:variant>
    </vt:vector>
  </HeadingPairs>
  <TitlesOfParts>
    <vt:vector size="68" baseType="lpstr">
      <vt:lpstr>Arial</vt:lpstr>
      <vt:lpstr>宋体</vt:lpstr>
      <vt:lpstr>Wingdings</vt:lpstr>
      <vt:lpstr>华文琥珀</vt:lpstr>
      <vt:lpstr>Wingdings 3</vt:lpstr>
      <vt:lpstr>Times New Roman</vt:lpstr>
      <vt:lpstr>微软雅黑</vt:lpstr>
      <vt:lpstr>Calibri</vt:lpstr>
      <vt:lpstr>Arial Black</vt:lpstr>
      <vt:lpstr>华文新魏</vt:lpstr>
      <vt:lpstr>Arial Narrow</vt:lpstr>
      <vt:lpstr>楷体</vt:lpstr>
      <vt:lpstr>Century Gothic</vt:lpstr>
      <vt:lpstr>Segoe Print</vt:lpstr>
      <vt:lpstr>Arial Unicode MS</vt:lpstr>
      <vt:lpstr>黑体</vt:lpstr>
      <vt:lpstr>方正美黑简体</vt:lpstr>
      <vt:lpstr>幼圆</vt:lpstr>
      <vt:lpstr>Symbol</vt:lpstr>
      <vt:lpstr>切片</vt:lpstr>
      <vt:lpstr>1_经营管理部</vt:lpstr>
      <vt:lpstr>2_经营管理部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简历，投递过去了为什么没有回音呢？ </vt:lpstr>
      <vt:lpstr> 如何让简历被hr搜出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www.pptbz.com</dc:creator>
  <cp:lastModifiedBy>Administrator</cp:lastModifiedBy>
  <cp:revision>444</cp:revision>
  <dcterms:created xsi:type="dcterms:W3CDTF">2015-01-15T01:21:00Z</dcterms:created>
  <dcterms:modified xsi:type="dcterms:W3CDTF">2018-11-21T12:40:20Z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2052-10.1.0.7668</vt:lpwstr>
  </property>
</Properties>
</file>